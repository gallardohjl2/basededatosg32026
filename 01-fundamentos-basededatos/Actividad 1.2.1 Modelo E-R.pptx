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handoutMasterIdLst>
    <p:handoutMasterId r:id="rId41"/>
  </p:handoutMasterIdLst>
  <p:sldIdLst>
    <p:sldId id="424" r:id="rId5"/>
    <p:sldId id="370" r:id="rId6"/>
    <p:sldId id="371" r:id="rId7"/>
    <p:sldId id="372" r:id="rId8"/>
    <p:sldId id="393" r:id="rId9"/>
    <p:sldId id="394" r:id="rId10"/>
    <p:sldId id="395" r:id="rId11"/>
    <p:sldId id="402" r:id="rId12"/>
    <p:sldId id="396" r:id="rId13"/>
    <p:sldId id="403" r:id="rId14"/>
    <p:sldId id="397" r:id="rId15"/>
    <p:sldId id="398" r:id="rId16"/>
    <p:sldId id="404" r:id="rId17"/>
    <p:sldId id="399" r:id="rId18"/>
    <p:sldId id="400" r:id="rId19"/>
    <p:sldId id="401" r:id="rId20"/>
    <p:sldId id="405" r:id="rId21"/>
    <p:sldId id="406" r:id="rId22"/>
    <p:sldId id="407" r:id="rId23"/>
    <p:sldId id="408" r:id="rId24"/>
    <p:sldId id="409" r:id="rId25"/>
    <p:sldId id="410" r:id="rId26"/>
    <p:sldId id="411" r:id="rId27"/>
    <p:sldId id="412" r:id="rId28"/>
    <p:sldId id="413" r:id="rId29"/>
    <p:sldId id="414" r:id="rId30"/>
    <p:sldId id="415" r:id="rId31"/>
    <p:sldId id="416" r:id="rId32"/>
    <p:sldId id="417" r:id="rId33"/>
    <p:sldId id="418" r:id="rId34"/>
    <p:sldId id="419" r:id="rId35"/>
    <p:sldId id="420" r:id="rId36"/>
    <p:sldId id="421" r:id="rId37"/>
    <p:sldId id="422" r:id="rId38"/>
    <p:sldId id="423" r:id="rId39"/>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17" autoAdjust="0"/>
    <p:restoredTop sz="94737" autoAdjust="0"/>
  </p:normalViewPr>
  <p:slideViewPr>
    <p:cSldViewPr>
      <p:cViewPr varScale="1">
        <p:scale>
          <a:sx n="82" d="100"/>
          <a:sy n="82" d="100"/>
        </p:scale>
        <p:origin x="768" y="58"/>
      </p:cViewPr>
      <p:guideLst>
        <p:guide pos="3839"/>
        <p:guide orient="horz" pos="2160"/>
      </p:guideLst>
    </p:cSldViewPr>
  </p:slideViewPr>
  <p:notesTextViewPr>
    <p:cViewPr>
      <p:scale>
        <a:sx n="1" d="1"/>
        <a:sy n="1" d="1"/>
      </p:scale>
      <p:origin x="0" y="0"/>
    </p:cViewPr>
  </p:notesTextViewPr>
  <p:notesViewPr>
    <p:cSldViewPr showGuides="1">
      <p:cViewPr varScale="1">
        <p:scale>
          <a:sx n="63" d="100"/>
          <a:sy n="63" d="100"/>
        </p:scale>
        <p:origin x="1986"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87303D-F53A-484B-B310-D9825D14EFE3}" type="doc">
      <dgm:prSet loTypeId="urn:microsoft.com/office/officeart/2005/8/layout/radial6" loCatId="cycle" qsTypeId="urn:microsoft.com/office/officeart/2005/8/quickstyle/simple5" qsCatId="simple" csTypeId="urn:microsoft.com/office/officeart/2005/8/colors/colorful3" csCatId="colorful" phldr="1"/>
      <dgm:spPr/>
      <dgm:t>
        <a:bodyPr/>
        <a:lstStyle/>
        <a:p>
          <a:endParaRPr lang="es-MX"/>
        </a:p>
      </dgm:t>
    </dgm:pt>
    <dgm:pt modelId="{ED0C8ED4-542B-40E6-A9F3-43E2F8FA72B3}">
      <dgm:prSet phldrT="[Texto]" custT="1"/>
      <dgm:spPr/>
      <dgm:t>
        <a:bodyPr/>
        <a:lstStyle/>
        <a:p>
          <a:r>
            <a:rPr lang="es-MX" sz="1600" dirty="0"/>
            <a:t>Contenido</a:t>
          </a:r>
        </a:p>
      </dgm:t>
    </dgm:pt>
    <dgm:pt modelId="{B7F215E5-D8A6-4D8D-9162-9449056CDB42}" type="parTrans" cxnId="{0483CD9C-6E4C-499C-867F-576892F8BC1C}">
      <dgm:prSet/>
      <dgm:spPr/>
      <dgm:t>
        <a:bodyPr/>
        <a:lstStyle/>
        <a:p>
          <a:endParaRPr lang="es-MX"/>
        </a:p>
      </dgm:t>
    </dgm:pt>
    <dgm:pt modelId="{87FB54D5-2D12-4E29-8D46-DB6BEB84BA84}" type="sibTrans" cxnId="{0483CD9C-6E4C-499C-867F-576892F8BC1C}">
      <dgm:prSet/>
      <dgm:spPr/>
      <dgm:t>
        <a:bodyPr/>
        <a:lstStyle/>
        <a:p>
          <a:endParaRPr lang="es-MX"/>
        </a:p>
      </dgm:t>
    </dgm:pt>
    <dgm:pt modelId="{B8078A43-AFC7-46FD-836E-A17F7E04F072}">
      <dgm:prSet phldrT="[Texto]"/>
      <dgm:spPr/>
      <dgm:t>
        <a:bodyPr/>
        <a:lstStyle/>
        <a:p>
          <a:r>
            <a:rPr lang="es-MX" b="1" dirty="0"/>
            <a:t>Modelo E-R</a:t>
          </a:r>
        </a:p>
      </dgm:t>
    </dgm:pt>
    <dgm:pt modelId="{3E1F7030-C529-4C52-9F7A-E4606F074604}" type="parTrans" cxnId="{29BBDD50-3C1C-4CAD-8705-77F48D7A7B45}">
      <dgm:prSet/>
      <dgm:spPr/>
      <dgm:t>
        <a:bodyPr/>
        <a:lstStyle/>
        <a:p>
          <a:endParaRPr lang="es-MX"/>
        </a:p>
      </dgm:t>
    </dgm:pt>
    <dgm:pt modelId="{C8DA53C4-3460-4A0F-95E2-57232812BDB7}" type="sibTrans" cxnId="{29BBDD50-3C1C-4CAD-8705-77F48D7A7B45}">
      <dgm:prSet/>
      <dgm:spPr/>
      <dgm:t>
        <a:bodyPr/>
        <a:lstStyle/>
        <a:p>
          <a:endParaRPr lang="es-MX"/>
        </a:p>
      </dgm:t>
    </dgm:pt>
    <dgm:pt modelId="{375F1C2F-B76B-4BEA-981B-8E1F96A8924B}">
      <dgm:prSet phldrT="[Texto]"/>
      <dgm:spPr/>
      <dgm:t>
        <a:bodyPr/>
        <a:lstStyle/>
        <a:p>
          <a:r>
            <a:rPr lang="es-MX" dirty="0"/>
            <a:t>Modelo EE-R</a:t>
          </a:r>
        </a:p>
      </dgm:t>
    </dgm:pt>
    <dgm:pt modelId="{D7F9D0C7-1634-4DD7-B9C2-728AFA731A66}" type="parTrans" cxnId="{F7BEAD1C-BF01-4B6C-9254-6E22118B93B4}">
      <dgm:prSet/>
      <dgm:spPr/>
      <dgm:t>
        <a:bodyPr/>
        <a:lstStyle/>
        <a:p>
          <a:endParaRPr lang="es-MX"/>
        </a:p>
      </dgm:t>
    </dgm:pt>
    <dgm:pt modelId="{520B4D40-CF6B-4599-8CE6-CEFC2128CC3E}" type="sibTrans" cxnId="{F7BEAD1C-BF01-4B6C-9254-6E22118B93B4}">
      <dgm:prSet/>
      <dgm:spPr/>
      <dgm:t>
        <a:bodyPr/>
        <a:lstStyle/>
        <a:p>
          <a:endParaRPr lang="es-MX"/>
        </a:p>
      </dgm:t>
    </dgm:pt>
    <dgm:pt modelId="{BCEFA882-30CF-4F1C-BE96-9B25925339C2}">
      <dgm:prSet phldrT="[Texto]" custT="1"/>
      <dgm:spPr/>
      <dgm:t>
        <a:bodyPr/>
        <a:lstStyle/>
        <a:p>
          <a:pPr marL="0" lvl="0" indent="0" algn="ctr" defTabSz="711200">
            <a:lnSpc>
              <a:spcPct val="90000"/>
            </a:lnSpc>
            <a:spcBef>
              <a:spcPct val="0"/>
            </a:spcBef>
            <a:spcAft>
              <a:spcPct val="35000"/>
            </a:spcAft>
            <a:buNone/>
          </a:pPr>
          <a:r>
            <a:rPr lang="es-MX" sz="1600" kern="1200" dirty="0">
              <a:latin typeface="Corbel"/>
              <a:ea typeface="+mn-ea"/>
              <a:cs typeface="+mn-cs"/>
            </a:rPr>
            <a:t>Proceso de Diseño de Base de Datos</a:t>
          </a:r>
        </a:p>
      </dgm:t>
    </dgm:pt>
    <dgm:pt modelId="{F6B4B3DC-B870-4207-953B-585479C05890}" type="sibTrans" cxnId="{CB0FF58F-79DE-45AC-A1E4-E75766A55329}">
      <dgm:prSet/>
      <dgm:spPr/>
      <dgm:t>
        <a:bodyPr/>
        <a:lstStyle/>
        <a:p>
          <a:endParaRPr lang="es-MX"/>
        </a:p>
      </dgm:t>
    </dgm:pt>
    <dgm:pt modelId="{20944E99-C5D1-4983-87CF-4082BC05EE2E}" type="parTrans" cxnId="{CB0FF58F-79DE-45AC-A1E4-E75766A55329}">
      <dgm:prSet/>
      <dgm:spPr/>
      <dgm:t>
        <a:bodyPr/>
        <a:lstStyle/>
        <a:p>
          <a:endParaRPr lang="es-MX"/>
        </a:p>
      </dgm:t>
    </dgm:pt>
    <dgm:pt modelId="{89566BDF-E5F0-460B-81B8-6696355F14D1}" type="pres">
      <dgm:prSet presAssocID="{6887303D-F53A-484B-B310-D9825D14EFE3}" presName="Name0" presStyleCnt="0">
        <dgm:presLayoutVars>
          <dgm:chMax val="1"/>
          <dgm:dir/>
          <dgm:animLvl val="ctr"/>
          <dgm:resizeHandles val="exact"/>
        </dgm:presLayoutVars>
      </dgm:prSet>
      <dgm:spPr/>
    </dgm:pt>
    <dgm:pt modelId="{DDB89668-B612-4ED5-B3B5-93497FC5AB0C}" type="pres">
      <dgm:prSet presAssocID="{ED0C8ED4-542B-40E6-A9F3-43E2F8FA72B3}" presName="centerShape" presStyleLbl="node0" presStyleIdx="0" presStyleCnt="1"/>
      <dgm:spPr/>
    </dgm:pt>
    <dgm:pt modelId="{44E673B0-F9BD-469D-A682-7F355BF659F2}" type="pres">
      <dgm:prSet presAssocID="{BCEFA882-30CF-4F1C-BE96-9B25925339C2}" presName="node" presStyleLbl="node1" presStyleIdx="0" presStyleCnt="3">
        <dgm:presLayoutVars>
          <dgm:bulletEnabled val="1"/>
        </dgm:presLayoutVars>
      </dgm:prSet>
      <dgm:spPr/>
    </dgm:pt>
    <dgm:pt modelId="{91EAE27D-4BC4-4744-9CD0-60DC06114C31}" type="pres">
      <dgm:prSet presAssocID="{BCEFA882-30CF-4F1C-BE96-9B25925339C2}" presName="dummy" presStyleCnt="0"/>
      <dgm:spPr/>
    </dgm:pt>
    <dgm:pt modelId="{2DF7FBAC-0A84-41F3-B06F-ECE8E17F2BCC}" type="pres">
      <dgm:prSet presAssocID="{F6B4B3DC-B870-4207-953B-585479C05890}" presName="sibTrans" presStyleLbl="sibTrans2D1" presStyleIdx="0" presStyleCnt="3"/>
      <dgm:spPr/>
    </dgm:pt>
    <dgm:pt modelId="{82C40FAB-24EB-47C3-8C76-E7C60B8A1030}" type="pres">
      <dgm:prSet presAssocID="{B8078A43-AFC7-46FD-836E-A17F7E04F072}" presName="node" presStyleLbl="node1" presStyleIdx="1" presStyleCnt="3">
        <dgm:presLayoutVars>
          <dgm:bulletEnabled val="1"/>
        </dgm:presLayoutVars>
      </dgm:prSet>
      <dgm:spPr/>
    </dgm:pt>
    <dgm:pt modelId="{FDFED022-0261-4E26-836E-6C70728456EF}" type="pres">
      <dgm:prSet presAssocID="{B8078A43-AFC7-46FD-836E-A17F7E04F072}" presName="dummy" presStyleCnt="0"/>
      <dgm:spPr/>
    </dgm:pt>
    <dgm:pt modelId="{00876FCB-DCEB-4E35-925D-BF13C2ADCB67}" type="pres">
      <dgm:prSet presAssocID="{C8DA53C4-3460-4A0F-95E2-57232812BDB7}" presName="sibTrans" presStyleLbl="sibTrans2D1" presStyleIdx="1" presStyleCnt="3"/>
      <dgm:spPr/>
    </dgm:pt>
    <dgm:pt modelId="{F2FE8E4F-0B7E-4285-8403-6EF553313F54}" type="pres">
      <dgm:prSet presAssocID="{375F1C2F-B76B-4BEA-981B-8E1F96A8924B}" presName="node" presStyleLbl="node1" presStyleIdx="2" presStyleCnt="3">
        <dgm:presLayoutVars>
          <dgm:bulletEnabled val="1"/>
        </dgm:presLayoutVars>
      </dgm:prSet>
      <dgm:spPr/>
    </dgm:pt>
    <dgm:pt modelId="{73EEDAD0-10BB-469F-B956-F5DCE72CB2CC}" type="pres">
      <dgm:prSet presAssocID="{375F1C2F-B76B-4BEA-981B-8E1F96A8924B}" presName="dummy" presStyleCnt="0"/>
      <dgm:spPr/>
    </dgm:pt>
    <dgm:pt modelId="{1F3E7D87-A27E-47A4-A792-492B00F3C26A}" type="pres">
      <dgm:prSet presAssocID="{520B4D40-CF6B-4599-8CE6-CEFC2128CC3E}" presName="sibTrans" presStyleLbl="sibTrans2D1" presStyleIdx="2" presStyleCnt="3"/>
      <dgm:spPr/>
    </dgm:pt>
  </dgm:ptLst>
  <dgm:cxnLst>
    <dgm:cxn modelId="{F7BEAD1C-BF01-4B6C-9254-6E22118B93B4}" srcId="{ED0C8ED4-542B-40E6-A9F3-43E2F8FA72B3}" destId="{375F1C2F-B76B-4BEA-981B-8E1F96A8924B}" srcOrd="2" destOrd="0" parTransId="{D7F9D0C7-1634-4DD7-B9C2-728AFA731A66}" sibTransId="{520B4D40-CF6B-4599-8CE6-CEFC2128CC3E}"/>
    <dgm:cxn modelId="{4EBDBD4F-1871-4EE3-BE79-9326A468D310}" type="presOf" srcId="{6887303D-F53A-484B-B310-D9825D14EFE3}" destId="{89566BDF-E5F0-460B-81B8-6696355F14D1}" srcOrd="0" destOrd="0" presId="urn:microsoft.com/office/officeart/2005/8/layout/radial6"/>
    <dgm:cxn modelId="{29BBDD50-3C1C-4CAD-8705-77F48D7A7B45}" srcId="{ED0C8ED4-542B-40E6-A9F3-43E2F8FA72B3}" destId="{B8078A43-AFC7-46FD-836E-A17F7E04F072}" srcOrd="1" destOrd="0" parTransId="{3E1F7030-C529-4C52-9F7A-E4606F074604}" sibTransId="{C8DA53C4-3460-4A0F-95E2-57232812BDB7}"/>
    <dgm:cxn modelId="{292B1751-9CCD-49ED-BD9E-137EFFD02A48}" type="presOf" srcId="{520B4D40-CF6B-4599-8CE6-CEFC2128CC3E}" destId="{1F3E7D87-A27E-47A4-A792-492B00F3C26A}" srcOrd="0" destOrd="0" presId="urn:microsoft.com/office/officeart/2005/8/layout/radial6"/>
    <dgm:cxn modelId="{A1CFDE7D-8060-4A74-9D23-03C661B090EA}" type="presOf" srcId="{ED0C8ED4-542B-40E6-A9F3-43E2F8FA72B3}" destId="{DDB89668-B612-4ED5-B3B5-93497FC5AB0C}" srcOrd="0" destOrd="0" presId="urn:microsoft.com/office/officeart/2005/8/layout/radial6"/>
    <dgm:cxn modelId="{51DD7A87-E312-404D-8D0E-CD05BB2D4B63}" type="presOf" srcId="{375F1C2F-B76B-4BEA-981B-8E1F96A8924B}" destId="{F2FE8E4F-0B7E-4285-8403-6EF553313F54}" srcOrd="0" destOrd="0" presId="urn:microsoft.com/office/officeart/2005/8/layout/radial6"/>
    <dgm:cxn modelId="{CB0FF58F-79DE-45AC-A1E4-E75766A55329}" srcId="{ED0C8ED4-542B-40E6-A9F3-43E2F8FA72B3}" destId="{BCEFA882-30CF-4F1C-BE96-9B25925339C2}" srcOrd="0" destOrd="0" parTransId="{20944E99-C5D1-4983-87CF-4082BC05EE2E}" sibTransId="{F6B4B3DC-B870-4207-953B-585479C05890}"/>
    <dgm:cxn modelId="{B6C4AB96-1E67-47C7-B5FE-54640083C689}" type="presOf" srcId="{F6B4B3DC-B870-4207-953B-585479C05890}" destId="{2DF7FBAC-0A84-41F3-B06F-ECE8E17F2BCC}" srcOrd="0" destOrd="0" presId="urn:microsoft.com/office/officeart/2005/8/layout/radial6"/>
    <dgm:cxn modelId="{0483CD9C-6E4C-499C-867F-576892F8BC1C}" srcId="{6887303D-F53A-484B-B310-D9825D14EFE3}" destId="{ED0C8ED4-542B-40E6-A9F3-43E2F8FA72B3}" srcOrd="0" destOrd="0" parTransId="{B7F215E5-D8A6-4D8D-9162-9449056CDB42}" sibTransId="{87FB54D5-2D12-4E29-8D46-DB6BEB84BA84}"/>
    <dgm:cxn modelId="{15EAB6B4-4E74-41A5-8333-95DB5EF68D0C}" type="presOf" srcId="{C8DA53C4-3460-4A0F-95E2-57232812BDB7}" destId="{00876FCB-DCEB-4E35-925D-BF13C2ADCB67}" srcOrd="0" destOrd="0" presId="urn:microsoft.com/office/officeart/2005/8/layout/radial6"/>
    <dgm:cxn modelId="{48E9CFD3-E9A0-4A05-A52D-68063470F1E7}" type="presOf" srcId="{B8078A43-AFC7-46FD-836E-A17F7E04F072}" destId="{82C40FAB-24EB-47C3-8C76-E7C60B8A1030}" srcOrd="0" destOrd="0" presId="urn:microsoft.com/office/officeart/2005/8/layout/radial6"/>
    <dgm:cxn modelId="{D80CAAF4-8779-4673-A78B-86EA30858176}" type="presOf" srcId="{BCEFA882-30CF-4F1C-BE96-9B25925339C2}" destId="{44E673B0-F9BD-469D-A682-7F355BF659F2}" srcOrd="0" destOrd="0" presId="urn:microsoft.com/office/officeart/2005/8/layout/radial6"/>
    <dgm:cxn modelId="{92AF6905-D876-4D4B-8577-D977ECAD2C5B}" type="presParOf" srcId="{89566BDF-E5F0-460B-81B8-6696355F14D1}" destId="{DDB89668-B612-4ED5-B3B5-93497FC5AB0C}" srcOrd="0" destOrd="0" presId="urn:microsoft.com/office/officeart/2005/8/layout/radial6"/>
    <dgm:cxn modelId="{551DC401-CA85-4CF3-96A7-47152EDD4DF9}" type="presParOf" srcId="{89566BDF-E5F0-460B-81B8-6696355F14D1}" destId="{44E673B0-F9BD-469D-A682-7F355BF659F2}" srcOrd="1" destOrd="0" presId="urn:microsoft.com/office/officeart/2005/8/layout/radial6"/>
    <dgm:cxn modelId="{0DCC8BA1-1259-4A93-9963-CADA29151F4A}" type="presParOf" srcId="{89566BDF-E5F0-460B-81B8-6696355F14D1}" destId="{91EAE27D-4BC4-4744-9CD0-60DC06114C31}" srcOrd="2" destOrd="0" presId="urn:microsoft.com/office/officeart/2005/8/layout/radial6"/>
    <dgm:cxn modelId="{68C24926-240F-4E48-BD15-4AF94889B058}" type="presParOf" srcId="{89566BDF-E5F0-460B-81B8-6696355F14D1}" destId="{2DF7FBAC-0A84-41F3-B06F-ECE8E17F2BCC}" srcOrd="3" destOrd="0" presId="urn:microsoft.com/office/officeart/2005/8/layout/radial6"/>
    <dgm:cxn modelId="{80D72C30-E3B8-480F-9C79-BBD5766F44F6}" type="presParOf" srcId="{89566BDF-E5F0-460B-81B8-6696355F14D1}" destId="{82C40FAB-24EB-47C3-8C76-E7C60B8A1030}" srcOrd="4" destOrd="0" presId="urn:microsoft.com/office/officeart/2005/8/layout/radial6"/>
    <dgm:cxn modelId="{0CFC5589-6C72-4BB3-B170-FEE4CD2458BE}" type="presParOf" srcId="{89566BDF-E5F0-460B-81B8-6696355F14D1}" destId="{FDFED022-0261-4E26-836E-6C70728456EF}" srcOrd="5" destOrd="0" presId="urn:microsoft.com/office/officeart/2005/8/layout/radial6"/>
    <dgm:cxn modelId="{238AF2B1-B595-4D17-BB9A-E129E9DA68AD}" type="presParOf" srcId="{89566BDF-E5F0-460B-81B8-6696355F14D1}" destId="{00876FCB-DCEB-4E35-925D-BF13C2ADCB67}" srcOrd="6" destOrd="0" presId="urn:microsoft.com/office/officeart/2005/8/layout/radial6"/>
    <dgm:cxn modelId="{62306434-BE84-4F35-B08A-3FCFE6D8E009}" type="presParOf" srcId="{89566BDF-E5F0-460B-81B8-6696355F14D1}" destId="{F2FE8E4F-0B7E-4285-8403-6EF553313F54}" srcOrd="7" destOrd="0" presId="urn:microsoft.com/office/officeart/2005/8/layout/radial6"/>
    <dgm:cxn modelId="{CFA2A107-92FB-4088-8183-2D8BF297E3BD}" type="presParOf" srcId="{89566BDF-E5F0-460B-81B8-6696355F14D1}" destId="{73EEDAD0-10BB-469F-B956-F5DCE72CB2CC}" srcOrd="8" destOrd="0" presId="urn:microsoft.com/office/officeart/2005/8/layout/radial6"/>
    <dgm:cxn modelId="{5ADC5655-B61E-4676-85FA-7EA16D83E5F8}" type="presParOf" srcId="{89566BDF-E5F0-460B-81B8-6696355F14D1}" destId="{1F3E7D87-A27E-47A4-A792-492B00F3C26A}" srcOrd="9"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8679AF-2C68-4D9B-8A6A-66DF4E75ADEA}" type="doc">
      <dgm:prSet loTypeId="urn:microsoft.com/office/officeart/2005/8/layout/hProcess9" loCatId="process" qsTypeId="urn:microsoft.com/office/officeart/2005/8/quickstyle/simple1" qsCatId="simple" csTypeId="urn:microsoft.com/office/officeart/2005/8/colors/colorful1" csCatId="colorful" phldr="1"/>
      <dgm:spPr/>
      <dgm:t>
        <a:bodyPr/>
        <a:lstStyle/>
        <a:p>
          <a:endParaRPr lang="es-MX"/>
        </a:p>
      </dgm:t>
    </dgm:pt>
    <dgm:pt modelId="{96C832C1-DDE2-4323-9746-87F442508D0B}">
      <dgm:prSet phldrT="[Texto]"/>
      <dgm:spPr/>
      <dgm:t>
        <a:bodyPr/>
        <a:lstStyle/>
        <a:p>
          <a:r>
            <a:rPr lang="es-MX" dirty="0"/>
            <a:t>1. Análisis y recolección de requerimientos</a:t>
          </a:r>
        </a:p>
      </dgm:t>
    </dgm:pt>
    <dgm:pt modelId="{9542BDF0-A966-44B9-9C42-22DF01247D25}" type="parTrans" cxnId="{2D6295A9-9683-4239-91DC-1E2BDB76F549}">
      <dgm:prSet/>
      <dgm:spPr/>
      <dgm:t>
        <a:bodyPr/>
        <a:lstStyle/>
        <a:p>
          <a:endParaRPr lang="es-MX"/>
        </a:p>
      </dgm:t>
    </dgm:pt>
    <dgm:pt modelId="{2E762580-E38C-4CE6-B44B-F6D515553B80}" type="sibTrans" cxnId="{2D6295A9-9683-4239-91DC-1E2BDB76F549}">
      <dgm:prSet/>
      <dgm:spPr/>
      <dgm:t>
        <a:bodyPr/>
        <a:lstStyle/>
        <a:p>
          <a:endParaRPr lang="es-MX"/>
        </a:p>
      </dgm:t>
    </dgm:pt>
    <dgm:pt modelId="{C5392F71-E531-4919-9D6C-B9FEA01043C7}">
      <dgm:prSet phldrT="[Texto]"/>
      <dgm:spPr/>
      <dgm:t>
        <a:bodyPr/>
        <a:lstStyle/>
        <a:p>
          <a:r>
            <a:rPr lang="es-MX" dirty="0"/>
            <a:t>2. Crear un esquema conceptual para la base de datos (Diseño Conceptual)</a:t>
          </a:r>
        </a:p>
      </dgm:t>
    </dgm:pt>
    <dgm:pt modelId="{0F7B896E-656F-4A1C-A47B-B1B929DF4D8B}" type="parTrans" cxnId="{861073DC-EC2F-4FAC-960D-A2F5EB37F90D}">
      <dgm:prSet/>
      <dgm:spPr/>
      <dgm:t>
        <a:bodyPr/>
        <a:lstStyle/>
        <a:p>
          <a:endParaRPr lang="es-MX"/>
        </a:p>
      </dgm:t>
    </dgm:pt>
    <dgm:pt modelId="{915E242C-43A5-453C-8ACF-A8A703275DE2}" type="sibTrans" cxnId="{861073DC-EC2F-4FAC-960D-A2F5EB37F90D}">
      <dgm:prSet/>
      <dgm:spPr/>
      <dgm:t>
        <a:bodyPr/>
        <a:lstStyle/>
        <a:p>
          <a:endParaRPr lang="es-MX"/>
        </a:p>
      </dgm:t>
    </dgm:pt>
    <dgm:pt modelId="{D4CAE0F7-1080-49ED-9DF8-728649EDE89A}">
      <dgm:prSet phldrT="[Texto]"/>
      <dgm:spPr/>
      <dgm:t>
        <a:bodyPr/>
        <a:lstStyle/>
        <a:p>
          <a:r>
            <a:rPr lang="es-MX" dirty="0"/>
            <a:t>3.Diseño lógico o mapeo del modelo de datos </a:t>
          </a:r>
        </a:p>
      </dgm:t>
    </dgm:pt>
    <dgm:pt modelId="{DF9F326C-6B03-4CCA-BDA3-9E7087F3C871}" type="parTrans" cxnId="{B87D5A10-E385-4AED-83BC-F20574944E8D}">
      <dgm:prSet/>
      <dgm:spPr/>
      <dgm:t>
        <a:bodyPr/>
        <a:lstStyle/>
        <a:p>
          <a:endParaRPr lang="es-MX"/>
        </a:p>
      </dgm:t>
    </dgm:pt>
    <dgm:pt modelId="{062C3596-E8D5-48B6-8A20-DF1FBAC744C3}" type="sibTrans" cxnId="{B87D5A10-E385-4AED-83BC-F20574944E8D}">
      <dgm:prSet/>
      <dgm:spPr/>
      <dgm:t>
        <a:bodyPr/>
        <a:lstStyle/>
        <a:p>
          <a:endParaRPr lang="es-MX"/>
        </a:p>
      </dgm:t>
    </dgm:pt>
    <dgm:pt modelId="{6BA43C2E-8713-4190-981F-0CED140FB428}">
      <dgm:prSet phldrT="[Texto]"/>
      <dgm:spPr/>
      <dgm:t>
        <a:bodyPr/>
        <a:lstStyle/>
        <a:p>
          <a:r>
            <a:rPr lang="es-MX" dirty="0"/>
            <a:t>4. Diseño Físico </a:t>
          </a:r>
        </a:p>
      </dgm:t>
    </dgm:pt>
    <dgm:pt modelId="{B45B89CF-B5BF-4569-AC4A-CC293DD0CFF4}" type="parTrans" cxnId="{5D48EA55-2529-425E-A9B5-46E1BB5DCA60}">
      <dgm:prSet/>
      <dgm:spPr/>
      <dgm:t>
        <a:bodyPr/>
        <a:lstStyle/>
        <a:p>
          <a:endParaRPr lang="es-MX"/>
        </a:p>
      </dgm:t>
    </dgm:pt>
    <dgm:pt modelId="{1457A621-7A56-4A1A-ACAF-AF63AC92238F}" type="sibTrans" cxnId="{5D48EA55-2529-425E-A9B5-46E1BB5DCA60}">
      <dgm:prSet/>
      <dgm:spPr/>
      <dgm:t>
        <a:bodyPr/>
        <a:lstStyle/>
        <a:p>
          <a:endParaRPr lang="es-MX"/>
        </a:p>
      </dgm:t>
    </dgm:pt>
    <dgm:pt modelId="{39202677-72C5-4210-81B4-1947AA09D371}" type="pres">
      <dgm:prSet presAssocID="{F88679AF-2C68-4D9B-8A6A-66DF4E75ADEA}" presName="CompostProcess" presStyleCnt="0">
        <dgm:presLayoutVars>
          <dgm:dir/>
          <dgm:resizeHandles val="exact"/>
        </dgm:presLayoutVars>
      </dgm:prSet>
      <dgm:spPr/>
    </dgm:pt>
    <dgm:pt modelId="{B6A34661-0BBC-4821-967B-1F8E93F0213D}" type="pres">
      <dgm:prSet presAssocID="{F88679AF-2C68-4D9B-8A6A-66DF4E75ADEA}" presName="arrow" presStyleLbl="bgShp" presStyleIdx="0" presStyleCnt="1"/>
      <dgm:spPr/>
    </dgm:pt>
    <dgm:pt modelId="{D98040E0-FC9F-481B-9AFE-AE548190A729}" type="pres">
      <dgm:prSet presAssocID="{F88679AF-2C68-4D9B-8A6A-66DF4E75ADEA}" presName="linearProcess" presStyleCnt="0"/>
      <dgm:spPr/>
    </dgm:pt>
    <dgm:pt modelId="{37C0F430-9C5F-43A0-901C-8DC39214AC7B}" type="pres">
      <dgm:prSet presAssocID="{96C832C1-DDE2-4323-9746-87F442508D0B}" presName="textNode" presStyleLbl="node1" presStyleIdx="0" presStyleCnt="4">
        <dgm:presLayoutVars>
          <dgm:bulletEnabled val="1"/>
        </dgm:presLayoutVars>
      </dgm:prSet>
      <dgm:spPr/>
    </dgm:pt>
    <dgm:pt modelId="{D7928856-7DF6-4017-8D4B-EB07F6A72B14}" type="pres">
      <dgm:prSet presAssocID="{2E762580-E38C-4CE6-B44B-F6D515553B80}" presName="sibTrans" presStyleCnt="0"/>
      <dgm:spPr/>
    </dgm:pt>
    <dgm:pt modelId="{04E9D448-BD60-4CEE-9141-B94ACDFBD48F}" type="pres">
      <dgm:prSet presAssocID="{C5392F71-E531-4919-9D6C-B9FEA01043C7}" presName="textNode" presStyleLbl="node1" presStyleIdx="1" presStyleCnt="4">
        <dgm:presLayoutVars>
          <dgm:bulletEnabled val="1"/>
        </dgm:presLayoutVars>
      </dgm:prSet>
      <dgm:spPr/>
    </dgm:pt>
    <dgm:pt modelId="{D317D5F6-DFCA-4B46-AFE9-ED6146845FDE}" type="pres">
      <dgm:prSet presAssocID="{915E242C-43A5-453C-8ACF-A8A703275DE2}" presName="sibTrans" presStyleCnt="0"/>
      <dgm:spPr/>
    </dgm:pt>
    <dgm:pt modelId="{1CFC5799-6AC7-40EE-B70C-E08BFBA4DC99}" type="pres">
      <dgm:prSet presAssocID="{D4CAE0F7-1080-49ED-9DF8-728649EDE89A}" presName="textNode" presStyleLbl="node1" presStyleIdx="2" presStyleCnt="4">
        <dgm:presLayoutVars>
          <dgm:bulletEnabled val="1"/>
        </dgm:presLayoutVars>
      </dgm:prSet>
      <dgm:spPr/>
    </dgm:pt>
    <dgm:pt modelId="{E2953AD4-9E87-416D-922F-DCB7263294C7}" type="pres">
      <dgm:prSet presAssocID="{062C3596-E8D5-48B6-8A20-DF1FBAC744C3}" presName="sibTrans" presStyleCnt="0"/>
      <dgm:spPr/>
    </dgm:pt>
    <dgm:pt modelId="{48286E0E-6D67-449F-8255-986DD8841CA4}" type="pres">
      <dgm:prSet presAssocID="{6BA43C2E-8713-4190-981F-0CED140FB428}" presName="textNode" presStyleLbl="node1" presStyleIdx="3" presStyleCnt="4" custLinFactNeighborX="80937" custLinFactNeighborY="0">
        <dgm:presLayoutVars>
          <dgm:bulletEnabled val="1"/>
        </dgm:presLayoutVars>
      </dgm:prSet>
      <dgm:spPr/>
    </dgm:pt>
  </dgm:ptLst>
  <dgm:cxnLst>
    <dgm:cxn modelId="{B87D5A10-E385-4AED-83BC-F20574944E8D}" srcId="{F88679AF-2C68-4D9B-8A6A-66DF4E75ADEA}" destId="{D4CAE0F7-1080-49ED-9DF8-728649EDE89A}" srcOrd="2" destOrd="0" parTransId="{DF9F326C-6B03-4CCA-BDA3-9E7087F3C871}" sibTransId="{062C3596-E8D5-48B6-8A20-DF1FBAC744C3}"/>
    <dgm:cxn modelId="{B6CB7D2A-F587-41F3-BE6B-BFE5292F9120}" type="presOf" srcId="{D4CAE0F7-1080-49ED-9DF8-728649EDE89A}" destId="{1CFC5799-6AC7-40EE-B70C-E08BFBA4DC99}" srcOrd="0" destOrd="0" presId="urn:microsoft.com/office/officeart/2005/8/layout/hProcess9"/>
    <dgm:cxn modelId="{5D48EA55-2529-425E-A9B5-46E1BB5DCA60}" srcId="{F88679AF-2C68-4D9B-8A6A-66DF4E75ADEA}" destId="{6BA43C2E-8713-4190-981F-0CED140FB428}" srcOrd="3" destOrd="0" parTransId="{B45B89CF-B5BF-4569-AC4A-CC293DD0CFF4}" sibTransId="{1457A621-7A56-4A1A-ACAF-AF63AC92238F}"/>
    <dgm:cxn modelId="{E22C6099-7F97-47E7-9887-4E735BFC219A}" type="presOf" srcId="{6BA43C2E-8713-4190-981F-0CED140FB428}" destId="{48286E0E-6D67-449F-8255-986DD8841CA4}" srcOrd="0" destOrd="0" presId="urn:microsoft.com/office/officeart/2005/8/layout/hProcess9"/>
    <dgm:cxn modelId="{2D6295A9-9683-4239-91DC-1E2BDB76F549}" srcId="{F88679AF-2C68-4D9B-8A6A-66DF4E75ADEA}" destId="{96C832C1-DDE2-4323-9746-87F442508D0B}" srcOrd="0" destOrd="0" parTransId="{9542BDF0-A966-44B9-9C42-22DF01247D25}" sibTransId="{2E762580-E38C-4CE6-B44B-F6D515553B80}"/>
    <dgm:cxn modelId="{861073DC-EC2F-4FAC-960D-A2F5EB37F90D}" srcId="{F88679AF-2C68-4D9B-8A6A-66DF4E75ADEA}" destId="{C5392F71-E531-4919-9D6C-B9FEA01043C7}" srcOrd="1" destOrd="0" parTransId="{0F7B896E-656F-4A1C-A47B-B1B929DF4D8B}" sibTransId="{915E242C-43A5-453C-8ACF-A8A703275DE2}"/>
    <dgm:cxn modelId="{230D29DE-D4FB-449C-BB5D-A55B3C4B6A1A}" type="presOf" srcId="{96C832C1-DDE2-4323-9746-87F442508D0B}" destId="{37C0F430-9C5F-43A0-901C-8DC39214AC7B}" srcOrd="0" destOrd="0" presId="urn:microsoft.com/office/officeart/2005/8/layout/hProcess9"/>
    <dgm:cxn modelId="{3ED3B9EF-06F9-4091-AF78-16150531E17A}" type="presOf" srcId="{C5392F71-E531-4919-9D6C-B9FEA01043C7}" destId="{04E9D448-BD60-4CEE-9141-B94ACDFBD48F}" srcOrd="0" destOrd="0" presId="urn:microsoft.com/office/officeart/2005/8/layout/hProcess9"/>
    <dgm:cxn modelId="{DD4BB3F6-88F8-40E4-B9BC-733F45463745}" type="presOf" srcId="{F88679AF-2C68-4D9B-8A6A-66DF4E75ADEA}" destId="{39202677-72C5-4210-81B4-1947AA09D371}" srcOrd="0" destOrd="0" presId="urn:microsoft.com/office/officeart/2005/8/layout/hProcess9"/>
    <dgm:cxn modelId="{29018986-77BE-45F5-A838-74951724A4E3}" type="presParOf" srcId="{39202677-72C5-4210-81B4-1947AA09D371}" destId="{B6A34661-0BBC-4821-967B-1F8E93F0213D}" srcOrd="0" destOrd="0" presId="urn:microsoft.com/office/officeart/2005/8/layout/hProcess9"/>
    <dgm:cxn modelId="{B8C96C6C-E265-41A2-B847-598084D62317}" type="presParOf" srcId="{39202677-72C5-4210-81B4-1947AA09D371}" destId="{D98040E0-FC9F-481B-9AFE-AE548190A729}" srcOrd="1" destOrd="0" presId="urn:microsoft.com/office/officeart/2005/8/layout/hProcess9"/>
    <dgm:cxn modelId="{C849B3E7-03F5-4CAB-B6CD-ABAB9AA8793F}" type="presParOf" srcId="{D98040E0-FC9F-481B-9AFE-AE548190A729}" destId="{37C0F430-9C5F-43A0-901C-8DC39214AC7B}" srcOrd="0" destOrd="0" presId="urn:microsoft.com/office/officeart/2005/8/layout/hProcess9"/>
    <dgm:cxn modelId="{4EAFFBB3-671C-4373-A0BA-DB8CE37508CB}" type="presParOf" srcId="{D98040E0-FC9F-481B-9AFE-AE548190A729}" destId="{D7928856-7DF6-4017-8D4B-EB07F6A72B14}" srcOrd="1" destOrd="0" presId="urn:microsoft.com/office/officeart/2005/8/layout/hProcess9"/>
    <dgm:cxn modelId="{DDF1BB35-28EF-4817-994B-E1602C578AE0}" type="presParOf" srcId="{D98040E0-FC9F-481B-9AFE-AE548190A729}" destId="{04E9D448-BD60-4CEE-9141-B94ACDFBD48F}" srcOrd="2" destOrd="0" presId="urn:microsoft.com/office/officeart/2005/8/layout/hProcess9"/>
    <dgm:cxn modelId="{2E763797-06EF-4E7E-B97D-4D2ED1878189}" type="presParOf" srcId="{D98040E0-FC9F-481B-9AFE-AE548190A729}" destId="{D317D5F6-DFCA-4B46-AFE9-ED6146845FDE}" srcOrd="3" destOrd="0" presId="urn:microsoft.com/office/officeart/2005/8/layout/hProcess9"/>
    <dgm:cxn modelId="{8BF6A6AA-9E74-4638-8218-7DC2EA446F71}" type="presParOf" srcId="{D98040E0-FC9F-481B-9AFE-AE548190A729}" destId="{1CFC5799-6AC7-40EE-B70C-E08BFBA4DC99}" srcOrd="4" destOrd="0" presId="urn:microsoft.com/office/officeart/2005/8/layout/hProcess9"/>
    <dgm:cxn modelId="{6631C2F2-41E4-44CA-8348-FD366F5D7648}" type="presParOf" srcId="{D98040E0-FC9F-481B-9AFE-AE548190A729}" destId="{E2953AD4-9E87-416D-922F-DCB7263294C7}" srcOrd="5" destOrd="0" presId="urn:microsoft.com/office/officeart/2005/8/layout/hProcess9"/>
    <dgm:cxn modelId="{2F09D94A-FCCD-4DC5-B54B-B5752FB022AC}" type="presParOf" srcId="{D98040E0-FC9F-481B-9AFE-AE548190A729}" destId="{48286E0E-6D67-449F-8255-986DD8841CA4}"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AA39BB-CD7F-40EB-A322-65C12203197A}"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s-MX"/>
        </a:p>
      </dgm:t>
    </dgm:pt>
    <dgm:pt modelId="{A0BDA236-A7E4-47FD-97D1-E3B220231DEC}">
      <dgm:prSet phldrT="[Texto]" custT="1"/>
      <dgm:spPr/>
      <dgm:t>
        <a:bodyPr/>
        <a:lstStyle/>
        <a:p>
          <a:r>
            <a:rPr lang="es-MX" sz="900" dirty="0"/>
            <a:t>1. Análisis y recolección de </a:t>
          </a:r>
          <a:r>
            <a:rPr lang="es-MX" sz="1000" dirty="0"/>
            <a:t>requerimientos</a:t>
          </a:r>
          <a:endParaRPr lang="es-MX" sz="900" dirty="0"/>
        </a:p>
      </dgm:t>
    </dgm:pt>
    <dgm:pt modelId="{AD5D9C6C-DC28-4D11-AE7F-DEEAA57E8834}" type="parTrans" cxnId="{D0A8C73E-907A-4560-8C84-84C5128ED036}">
      <dgm:prSet/>
      <dgm:spPr/>
      <dgm:t>
        <a:bodyPr/>
        <a:lstStyle/>
        <a:p>
          <a:endParaRPr lang="es-MX"/>
        </a:p>
      </dgm:t>
    </dgm:pt>
    <dgm:pt modelId="{C8D468F2-0C1D-4568-8798-6656A578C4D3}" type="sibTrans" cxnId="{D0A8C73E-907A-4560-8C84-84C5128ED036}">
      <dgm:prSet/>
      <dgm:spPr/>
      <dgm:t>
        <a:bodyPr/>
        <a:lstStyle/>
        <a:p>
          <a:endParaRPr lang="es-MX"/>
        </a:p>
      </dgm:t>
    </dgm:pt>
    <dgm:pt modelId="{BEF8F143-81DE-4389-8AA6-53795DABBE1C}">
      <dgm:prSet phldrT="[Texto]"/>
      <dgm:spPr/>
      <dgm:t>
        <a:bodyPr/>
        <a:lstStyle/>
        <a:p>
          <a:r>
            <a:rPr lang="es-MX" dirty="0"/>
            <a:t>Durante este paso, el diseñador de base de datos entrevista a los prospectos usuarios de la base de datos para entender y documentar sus requerimientos de datos para la base de datos. </a:t>
          </a:r>
        </a:p>
      </dgm:t>
    </dgm:pt>
    <dgm:pt modelId="{3B1C0059-8CF3-4DC5-A6BD-20DACE18CBD6}" type="parTrans" cxnId="{041FF066-CF3B-4EAE-BE2E-F24B36ABA158}">
      <dgm:prSet/>
      <dgm:spPr/>
      <dgm:t>
        <a:bodyPr/>
        <a:lstStyle/>
        <a:p>
          <a:endParaRPr lang="es-MX"/>
        </a:p>
      </dgm:t>
    </dgm:pt>
    <dgm:pt modelId="{73E34FA0-CC6A-493B-82DC-07FD2FDF7929}" type="sibTrans" cxnId="{041FF066-CF3B-4EAE-BE2E-F24B36ABA158}">
      <dgm:prSet/>
      <dgm:spPr/>
      <dgm:t>
        <a:bodyPr/>
        <a:lstStyle/>
        <a:p>
          <a:endParaRPr lang="es-MX"/>
        </a:p>
      </dgm:t>
    </dgm:pt>
    <dgm:pt modelId="{3E381D13-5332-4A90-A992-1D7F12E5F80A}">
      <dgm:prSet phldrT="[Texto]"/>
      <dgm:spPr/>
      <dgm:t>
        <a:bodyPr/>
        <a:lstStyle/>
        <a:p>
          <a:r>
            <a:rPr lang="es-MX" dirty="0"/>
            <a:t>El resultado es un conjunto de formas escritas de los requisitos de los usuarios de forma detallada y completa</a:t>
          </a:r>
        </a:p>
      </dgm:t>
    </dgm:pt>
    <dgm:pt modelId="{7910E631-699C-4F87-B5FB-80AEFCC7374D}" type="parTrans" cxnId="{C3B915C3-2168-4F73-A5CA-90D7DEDCD1C1}">
      <dgm:prSet/>
      <dgm:spPr/>
      <dgm:t>
        <a:bodyPr/>
        <a:lstStyle/>
        <a:p>
          <a:endParaRPr lang="es-MX"/>
        </a:p>
      </dgm:t>
    </dgm:pt>
    <dgm:pt modelId="{613D96AA-2EE5-43ED-A05C-E82675E39999}" type="sibTrans" cxnId="{C3B915C3-2168-4F73-A5CA-90D7DEDCD1C1}">
      <dgm:prSet/>
      <dgm:spPr/>
      <dgm:t>
        <a:bodyPr/>
        <a:lstStyle/>
        <a:p>
          <a:endParaRPr lang="es-MX"/>
        </a:p>
      </dgm:t>
    </dgm:pt>
    <dgm:pt modelId="{B7EB4385-1902-4929-8506-58E75CB0EABE}">
      <dgm:prSet phldrT="[Texto]" custT="1"/>
      <dgm:spPr/>
      <dgm:t>
        <a:bodyPr/>
        <a:lstStyle/>
        <a:p>
          <a:r>
            <a:rPr lang="es-MX" sz="800" dirty="0"/>
            <a:t>2. Crear un esquema conceptual para la base de datos (Diseño Conceptual)</a:t>
          </a:r>
        </a:p>
      </dgm:t>
    </dgm:pt>
    <dgm:pt modelId="{F585913C-F22E-4188-B133-C27DEEC0A177}" type="parTrans" cxnId="{304E24C2-8413-484D-8536-8E80EBB22BC4}">
      <dgm:prSet/>
      <dgm:spPr/>
      <dgm:t>
        <a:bodyPr/>
        <a:lstStyle/>
        <a:p>
          <a:endParaRPr lang="es-MX"/>
        </a:p>
      </dgm:t>
    </dgm:pt>
    <dgm:pt modelId="{C840A99C-6F3B-4CBA-8A36-E9F748BCF950}" type="sibTrans" cxnId="{304E24C2-8413-484D-8536-8E80EBB22BC4}">
      <dgm:prSet/>
      <dgm:spPr/>
      <dgm:t>
        <a:bodyPr/>
        <a:lstStyle/>
        <a:p>
          <a:endParaRPr lang="es-MX"/>
        </a:p>
      </dgm:t>
    </dgm:pt>
    <dgm:pt modelId="{49279D6B-838D-41FA-A09A-30A06F69EC01}">
      <dgm:prSet phldrT="[Texto]"/>
      <dgm:spPr/>
      <dgm:t>
        <a:bodyPr/>
        <a:lstStyle/>
        <a:p>
          <a:r>
            <a:rPr lang="es-MX" dirty="0"/>
            <a:t>El esquema conceptual es una descripción concisa de los requisitos de datos de los usuarios e incluye una descripción detallada de los tipos de entidades, relaciones y restricciones; éstos se expresan utilizando los conceptos proporcionados por el modelo de datos de alto nivel.</a:t>
          </a:r>
        </a:p>
      </dgm:t>
    </dgm:pt>
    <dgm:pt modelId="{4D419215-5241-4577-B10B-03F5D72E34DD}" type="parTrans" cxnId="{BBC76646-554C-4640-B8B6-12B271354B93}">
      <dgm:prSet/>
      <dgm:spPr/>
      <dgm:t>
        <a:bodyPr/>
        <a:lstStyle/>
        <a:p>
          <a:endParaRPr lang="es-MX"/>
        </a:p>
      </dgm:t>
    </dgm:pt>
    <dgm:pt modelId="{3AFACB0E-4527-4CBD-A70D-730A4384CE2C}" type="sibTrans" cxnId="{BBC76646-554C-4640-B8B6-12B271354B93}">
      <dgm:prSet/>
      <dgm:spPr/>
      <dgm:t>
        <a:bodyPr/>
        <a:lstStyle/>
        <a:p>
          <a:endParaRPr lang="es-MX"/>
        </a:p>
      </dgm:t>
    </dgm:pt>
    <dgm:pt modelId="{2D024047-5227-47CF-8A9D-119A8365B6DB}">
      <dgm:prSet phldrT="[Texto]"/>
      <dgm:spPr/>
      <dgm:t>
        <a:bodyPr/>
        <a:lstStyle/>
        <a:p>
          <a:r>
            <a:rPr lang="es-MX" dirty="0"/>
            <a:t>Debido a que estos conceptos no incluyen detalles de implementación, por lo general son más fáciles de entender y se pueden usar para comunicarse con los usuarios no técnicos.</a:t>
          </a:r>
        </a:p>
      </dgm:t>
    </dgm:pt>
    <dgm:pt modelId="{7C36974D-158F-4B2C-862B-4F816F14252C}" type="parTrans" cxnId="{E2B046E8-3ECB-4F22-8349-6E7236DFEE3E}">
      <dgm:prSet/>
      <dgm:spPr/>
      <dgm:t>
        <a:bodyPr/>
        <a:lstStyle/>
        <a:p>
          <a:endParaRPr lang="es-MX"/>
        </a:p>
      </dgm:t>
    </dgm:pt>
    <dgm:pt modelId="{E5AF2150-5C55-480C-B855-4415EB2DDA81}" type="sibTrans" cxnId="{E2B046E8-3ECB-4F22-8349-6E7236DFEE3E}">
      <dgm:prSet/>
      <dgm:spPr/>
      <dgm:t>
        <a:bodyPr/>
        <a:lstStyle/>
        <a:p>
          <a:endParaRPr lang="es-MX"/>
        </a:p>
      </dgm:t>
    </dgm:pt>
    <dgm:pt modelId="{9B625006-57D8-4018-8E2A-26911DE93B57}">
      <dgm:prSet phldrT="[Texto]"/>
      <dgm:spPr/>
      <dgm:t>
        <a:bodyPr/>
        <a:lstStyle/>
        <a:p>
          <a:r>
            <a:rPr lang="es-MX" dirty="0"/>
            <a:t>El esquema conceptual de alto nivel también se puede utilizar como una referencia para asegurar que se cumplen los requisitos de datos de todos los usuarios y que los requisitos no están en conflicto</a:t>
          </a:r>
        </a:p>
      </dgm:t>
    </dgm:pt>
    <dgm:pt modelId="{50E7D893-ABB0-4D62-87BF-A60AD3E98BBA}" type="parTrans" cxnId="{30577B6F-221A-415D-8BE5-6437B00CB408}">
      <dgm:prSet/>
      <dgm:spPr/>
      <dgm:t>
        <a:bodyPr/>
        <a:lstStyle/>
        <a:p>
          <a:endParaRPr lang="es-MX"/>
        </a:p>
      </dgm:t>
    </dgm:pt>
    <dgm:pt modelId="{ED487452-1EE9-4D7B-AA52-443E29831692}" type="sibTrans" cxnId="{30577B6F-221A-415D-8BE5-6437B00CB408}">
      <dgm:prSet/>
      <dgm:spPr/>
      <dgm:t>
        <a:bodyPr/>
        <a:lstStyle/>
        <a:p>
          <a:endParaRPr lang="es-MX"/>
        </a:p>
      </dgm:t>
    </dgm:pt>
    <dgm:pt modelId="{E612311C-605D-4625-A3DA-F48A05D5D343}" type="pres">
      <dgm:prSet presAssocID="{AAAA39BB-CD7F-40EB-A322-65C12203197A}" presName="linearFlow" presStyleCnt="0">
        <dgm:presLayoutVars>
          <dgm:dir/>
          <dgm:animLvl val="lvl"/>
          <dgm:resizeHandles val="exact"/>
        </dgm:presLayoutVars>
      </dgm:prSet>
      <dgm:spPr/>
    </dgm:pt>
    <dgm:pt modelId="{A1F5F06A-1434-43CA-955D-4C0D9625ED86}" type="pres">
      <dgm:prSet presAssocID="{A0BDA236-A7E4-47FD-97D1-E3B220231DEC}" presName="composite" presStyleCnt="0"/>
      <dgm:spPr/>
    </dgm:pt>
    <dgm:pt modelId="{BAD29DBD-7060-4532-A116-F2BB38E754C1}" type="pres">
      <dgm:prSet presAssocID="{A0BDA236-A7E4-47FD-97D1-E3B220231DEC}" presName="parentText" presStyleLbl="alignNode1" presStyleIdx="0" presStyleCnt="2">
        <dgm:presLayoutVars>
          <dgm:chMax val="1"/>
          <dgm:bulletEnabled val="1"/>
        </dgm:presLayoutVars>
      </dgm:prSet>
      <dgm:spPr/>
    </dgm:pt>
    <dgm:pt modelId="{4D9AA224-6D50-4E5D-9836-11EA3BF5288D}" type="pres">
      <dgm:prSet presAssocID="{A0BDA236-A7E4-47FD-97D1-E3B220231DEC}" presName="descendantText" presStyleLbl="alignAcc1" presStyleIdx="0" presStyleCnt="2">
        <dgm:presLayoutVars>
          <dgm:bulletEnabled val="1"/>
        </dgm:presLayoutVars>
      </dgm:prSet>
      <dgm:spPr/>
    </dgm:pt>
    <dgm:pt modelId="{880B56E0-9D37-4AC1-B39F-6D3F98EDA578}" type="pres">
      <dgm:prSet presAssocID="{C8D468F2-0C1D-4568-8798-6656A578C4D3}" presName="sp" presStyleCnt="0"/>
      <dgm:spPr/>
    </dgm:pt>
    <dgm:pt modelId="{682CC348-1EAA-4DD5-9009-C55FD8C36AED}" type="pres">
      <dgm:prSet presAssocID="{B7EB4385-1902-4929-8506-58E75CB0EABE}" presName="composite" presStyleCnt="0"/>
      <dgm:spPr/>
    </dgm:pt>
    <dgm:pt modelId="{D51B870A-E2AA-4568-9994-B21FDAB69B35}" type="pres">
      <dgm:prSet presAssocID="{B7EB4385-1902-4929-8506-58E75CB0EABE}" presName="parentText" presStyleLbl="alignNode1" presStyleIdx="1" presStyleCnt="2">
        <dgm:presLayoutVars>
          <dgm:chMax val="1"/>
          <dgm:bulletEnabled val="1"/>
        </dgm:presLayoutVars>
      </dgm:prSet>
      <dgm:spPr/>
    </dgm:pt>
    <dgm:pt modelId="{94DD0688-DFF0-4AAF-9832-423BC487EE37}" type="pres">
      <dgm:prSet presAssocID="{B7EB4385-1902-4929-8506-58E75CB0EABE}" presName="descendantText" presStyleLbl="alignAcc1" presStyleIdx="1" presStyleCnt="2">
        <dgm:presLayoutVars>
          <dgm:bulletEnabled val="1"/>
        </dgm:presLayoutVars>
      </dgm:prSet>
      <dgm:spPr/>
    </dgm:pt>
  </dgm:ptLst>
  <dgm:cxnLst>
    <dgm:cxn modelId="{46287137-19C0-47A5-A6E6-241CD7E599A3}" type="presOf" srcId="{A0BDA236-A7E4-47FD-97D1-E3B220231DEC}" destId="{BAD29DBD-7060-4532-A116-F2BB38E754C1}" srcOrd="0" destOrd="0" presId="urn:microsoft.com/office/officeart/2005/8/layout/chevron2"/>
    <dgm:cxn modelId="{D0A8C73E-907A-4560-8C84-84C5128ED036}" srcId="{AAAA39BB-CD7F-40EB-A322-65C12203197A}" destId="{A0BDA236-A7E4-47FD-97D1-E3B220231DEC}" srcOrd="0" destOrd="0" parTransId="{AD5D9C6C-DC28-4D11-AE7F-DEEAA57E8834}" sibTransId="{C8D468F2-0C1D-4568-8798-6656A578C4D3}"/>
    <dgm:cxn modelId="{66AFC345-1309-4858-B6C0-045EE8336EF4}" type="presOf" srcId="{B7EB4385-1902-4929-8506-58E75CB0EABE}" destId="{D51B870A-E2AA-4568-9994-B21FDAB69B35}" srcOrd="0" destOrd="0" presId="urn:microsoft.com/office/officeart/2005/8/layout/chevron2"/>
    <dgm:cxn modelId="{BBC76646-554C-4640-B8B6-12B271354B93}" srcId="{B7EB4385-1902-4929-8506-58E75CB0EABE}" destId="{49279D6B-838D-41FA-A09A-30A06F69EC01}" srcOrd="0" destOrd="0" parTransId="{4D419215-5241-4577-B10B-03F5D72E34DD}" sibTransId="{3AFACB0E-4527-4CBD-A70D-730A4384CE2C}"/>
    <dgm:cxn modelId="{041FF066-CF3B-4EAE-BE2E-F24B36ABA158}" srcId="{A0BDA236-A7E4-47FD-97D1-E3B220231DEC}" destId="{BEF8F143-81DE-4389-8AA6-53795DABBE1C}" srcOrd="0" destOrd="0" parTransId="{3B1C0059-8CF3-4DC5-A6BD-20DACE18CBD6}" sibTransId="{73E34FA0-CC6A-493B-82DC-07FD2FDF7929}"/>
    <dgm:cxn modelId="{30577B6F-221A-415D-8BE5-6437B00CB408}" srcId="{B7EB4385-1902-4929-8506-58E75CB0EABE}" destId="{9B625006-57D8-4018-8E2A-26911DE93B57}" srcOrd="2" destOrd="0" parTransId="{50E7D893-ABB0-4D62-87BF-A60AD3E98BBA}" sibTransId="{ED487452-1EE9-4D7B-AA52-443E29831692}"/>
    <dgm:cxn modelId="{8DCDC170-CD3F-4EAB-A3FD-9B41C0D407C8}" type="presOf" srcId="{49279D6B-838D-41FA-A09A-30A06F69EC01}" destId="{94DD0688-DFF0-4AAF-9832-423BC487EE37}" srcOrd="0" destOrd="0" presId="urn:microsoft.com/office/officeart/2005/8/layout/chevron2"/>
    <dgm:cxn modelId="{A46FE752-D172-46D9-BAFA-E349BC717424}" type="presOf" srcId="{2D024047-5227-47CF-8A9D-119A8365B6DB}" destId="{94DD0688-DFF0-4AAF-9832-423BC487EE37}" srcOrd="0" destOrd="1" presId="urn:microsoft.com/office/officeart/2005/8/layout/chevron2"/>
    <dgm:cxn modelId="{304E24C2-8413-484D-8536-8E80EBB22BC4}" srcId="{AAAA39BB-CD7F-40EB-A322-65C12203197A}" destId="{B7EB4385-1902-4929-8506-58E75CB0EABE}" srcOrd="1" destOrd="0" parTransId="{F585913C-F22E-4188-B133-C27DEEC0A177}" sibTransId="{C840A99C-6F3B-4CBA-8A36-E9F748BCF950}"/>
    <dgm:cxn modelId="{C3B915C3-2168-4F73-A5CA-90D7DEDCD1C1}" srcId="{A0BDA236-A7E4-47FD-97D1-E3B220231DEC}" destId="{3E381D13-5332-4A90-A992-1D7F12E5F80A}" srcOrd="1" destOrd="0" parTransId="{7910E631-699C-4F87-B5FB-80AEFCC7374D}" sibTransId="{613D96AA-2EE5-43ED-A05C-E82675E39999}"/>
    <dgm:cxn modelId="{B7B055CC-6656-48B8-B75E-11C7F4CFBCC2}" type="presOf" srcId="{9B625006-57D8-4018-8E2A-26911DE93B57}" destId="{94DD0688-DFF0-4AAF-9832-423BC487EE37}" srcOrd="0" destOrd="2" presId="urn:microsoft.com/office/officeart/2005/8/layout/chevron2"/>
    <dgm:cxn modelId="{2935A4CC-0FCF-476D-B3FA-1DC51C5AEE46}" type="presOf" srcId="{BEF8F143-81DE-4389-8AA6-53795DABBE1C}" destId="{4D9AA224-6D50-4E5D-9836-11EA3BF5288D}" srcOrd="0" destOrd="0" presId="urn:microsoft.com/office/officeart/2005/8/layout/chevron2"/>
    <dgm:cxn modelId="{408A55DC-79B6-4B31-96B0-9F3CA94D37AA}" type="presOf" srcId="{AAAA39BB-CD7F-40EB-A322-65C12203197A}" destId="{E612311C-605D-4625-A3DA-F48A05D5D343}" srcOrd="0" destOrd="0" presId="urn:microsoft.com/office/officeart/2005/8/layout/chevron2"/>
    <dgm:cxn modelId="{E2B046E8-3ECB-4F22-8349-6E7236DFEE3E}" srcId="{B7EB4385-1902-4929-8506-58E75CB0EABE}" destId="{2D024047-5227-47CF-8A9D-119A8365B6DB}" srcOrd="1" destOrd="0" parTransId="{7C36974D-158F-4B2C-862B-4F816F14252C}" sibTransId="{E5AF2150-5C55-480C-B855-4415EB2DDA81}"/>
    <dgm:cxn modelId="{11CD70F7-037F-4B4D-9ECC-621F0B77AE24}" type="presOf" srcId="{3E381D13-5332-4A90-A992-1D7F12E5F80A}" destId="{4D9AA224-6D50-4E5D-9836-11EA3BF5288D}" srcOrd="0" destOrd="1" presId="urn:microsoft.com/office/officeart/2005/8/layout/chevron2"/>
    <dgm:cxn modelId="{3804D000-F175-492F-92B6-8638875CAB8A}" type="presParOf" srcId="{E612311C-605D-4625-A3DA-F48A05D5D343}" destId="{A1F5F06A-1434-43CA-955D-4C0D9625ED86}" srcOrd="0" destOrd="0" presId="urn:microsoft.com/office/officeart/2005/8/layout/chevron2"/>
    <dgm:cxn modelId="{DD061CE9-6B50-4723-9C96-A0119753534C}" type="presParOf" srcId="{A1F5F06A-1434-43CA-955D-4C0D9625ED86}" destId="{BAD29DBD-7060-4532-A116-F2BB38E754C1}" srcOrd="0" destOrd="0" presId="urn:microsoft.com/office/officeart/2005/8/layout/chevron2"/>
    <dgm:cxn modelId="{E7A0AD3D-D4DB-4D0A-8654-CFDEBE85B8CC}" type="presParOf" srcId="{A1F5F06A-1434-43CA-955D-4C0D9625ED86}" destId="{4D9AA224-6D50-4E5D-9836-11EA3BF5288D}" srcOrd="1" destOrd="0" presId="urn:microsoft.com/office/officeart/2005/8/layout/chevron2"/>
    <dgm:cxn modelId="{F8B674A0-1503-4781-BCE9-08251AF9A152}" type="presParOf" srcId="{E612311C-605D-4625-A3DA-F48A05D5D343}" destId="{880B56E0-9D37-4AC1-B39F-6D3F98EDA578}" srcOrd="1" destOrd="0" presId="urn:microsoft.com/office/officeart/2005/8/layout/chevron2"/>
    <dgm:cxn modelId="{B62AD9BD-65A9-453C-9144-256DC721AA1A}" type="presParOf" srcId="{E612311C-605D-4625-A3DA-F48A05D5D343}" destId="{682CC348-1EAA-4DD5-9009-C55FD8C36AED}" srcOrd="2" destOrd="0" presId="urn:microsoft.com/office/officeart/2005/8/layout/chevron2"/>
    <dgm:cxn modelId="{E09A4878-7128-4BFE-95AE-6E4B5F5FAB61}" type="presParOf" srcId="{682CC348-1EAA-4DD5-9009-C55FD8C36AED}" destId="{D51B870A-E2AA-4568-9994-B21FDAB69B35}" srcOrd="0" destOrd="0" presId="urn:microsoft.com/office/officeart/2005/8/layout/chevron2"/>
    <dgm:cxn modelId="{F447CAC8-0493-449E-9AA3-ACAFA2D6F93D}" type="presParOf" srcId="{682CC348-1EAA-4DD5-9009-C55FD8C36AED}" destId="{94DD0688-DFF0-4AAF-9832-423BC487EE3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AA39BB-CD7F-40EB-A322-65C12203197A}"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s-MX"/>
        </a:p>
      </dgm:t>
    </dgm:pt>
    <dgm:pt modelId="{A0BDA236-A7E4-47FD-97D1-E3B220231DEC}">
      <dgm:prSet phldrT="[Texto]" custT="1"/>
      <dgm:spPr/>
      <dgm:t>
        <a:bodyPr/>
        <a:lstStyle/>
        <a:p>
          <a:r>
            <a:rPr lang="es-MX" sz="900" dirty="0"/>
            <a:t>3.Diseño lógico o mapeo del modelo de datos </a:t>
          </a:r>
        </a:p>
      </dgm:t>
    </dgm:pt>
    <dgm:pt modelId="{AD5D9C6C-DC28-4D11-AE7F-DEEAA57E8834}" type="parTrans" cxnId="{D0A8C73E-907A-4560-8C84-84C5128ED036}">
      <dgm:prSet/>
      <dgm:spPr/>
      <dgm:t>
        <a:bodyPr/>
        <a:lstStyle/>
        <a:p>
          <a:endParaRPr lang="es-MX"/>
        </a:p>
      </dgm:t>
    </dgm:pt>
    <dgm:pt modelId="{C8D468F2-0C1D-4568-8798-6656A578C4D3}" type="sibTrans" cxnId="{D0A8C73E-907A-4560-8C84-84C5128ED036}">
      <dgm:prSet/>
      <dgm:spPr/>
      <dgm:t>
        <a:bodyPr/>
        <a:lstStyle/>
        <a:p>
          <a:endParaRPr lang="es-MX"/>
        </a:p>
      </dgm:t>
    </dgm:pt>
    <dgm:pt modelId="{BEF8F143-81DE-4389-8AA6-53795DABBE1C}">
      <dgm:prSet phldrT="[Texto]"/>
      <dgm:spPr/>
      <dgm:t>
        <a:bodyPr/>
        <a:lstStyle/>
        <a:p>
          <a:r>
            <a:rPr lang="es-MX" dirty="0"/>
            <a:t>El diseño de base de datos es la aplicación real de la base de datos, utilizando un DBMS comercial.</a:t>
          </a:r>
        </a:p>
      </dgm:t>
    </dgm:pt>
    <dgm:pt modelId="{3B1C0059-8CF3-4DC5-A6BD-20DACE18CBD6}" type="parTrans" cxnId="{041FF066-CF3B-4EAE-BE2E-F24B36ABA158}">
      <dgm:prSet/>
      <dgm:spPr/>
      <dgm:t>
        <a:bodyPr/>
        <a:lstStyle/>
        <a:p>
          <a:endParaRPr lang="es-MX"/>
        </a:p>
      </dgm:t>
    </dgm:pt>
    <dgm:pt modelId="{73E34FA0-CC6A-493B-82DC-07FD2FDF7929}" type="sibTrans" cxnId="{041FF066-CF3B-4EAE-BE2E-F24B36ABA158}">
      <dgm:prSet/>
      <dgm:spPr/>
      <dgm:t>
        <a:bodyPr/>
        <a:lstStyle/>
        <a:p>
          <a:endParaRPr lang="es-MX"/>
        </a:p>
      </dgm:t>
    </dgm:pt>
    <dgm:pt modelId="{B7EB4385-1902-4929-8506-58E75CB0EABE}">
      <dgm:prSet phldrT="[Texto]" custT="1"/>
      <dgm:spPr/>
      <dgm:t>
        <a:bodyPr/>
        <a:lstStyle/>
        <a:p>
          <a:r>
            <a:rPr lang="es-MX" sz="800" dirty="0"/>
            <a:t>4. Diseño Físico )</a:t>
          </a:r>
        </a:p>
      </dgm:t>
    </dgm:pt>
    <dgm:pt modelId="{F585913C-F22E-4188-B133-C27DEEC0A177}" type="parTrans" cxnId="{304E24C2-8413-484D-8536-8E80EBB22BC4}">
      <dgm:prSet/>
      <dgm:spPr/>
      <dgm:t>
        <a:bodyPr/>
        <a:lstStyle/>
        <a:p>
          <a:endParaRPr lang="es-MX"/>
        </a:p>
      </dgm:t>
    </dgm:pt>
    <dgm:pt modelId="{C840A99C-6F3B-4CBA-8A36-E9F748BCF950}" type="sibTrans" cxnId="{304E24C2-8413-484D-8536-8E80EBB22BC4}">
      <dgm:prSet/>
      <dgm:spPr/>
      <dgm:t>
        <a:bodyPr/>
        <a:lstStyle/>
        <a:p>
          <a:endParaRPr lang="es-MX"/>
        </a:p>
      </dgm:t>
    </dgm:pt>
    <dgm:pt modelId="{49279D6B-838D-41FA-A09A-30A06F69EC01}">
      <dgm:prSet phldrT="[Texto]"/>
      <dgm:spPr/>
      <dgm:t>
        <a:bodyPr/>
        <a:lstStyle/>
        <a:p>
          <a:r>
            <a:rPr lang="es-MX" dirty="0"/>
            <a:t>El último paso es la fase de diseño físico, durante el cual se especifican las estructuras internas de almacenamiento, las organizaciones de archivos, los índices, las vías de acceso y los parámetros de diseño físico de los archivos de base de datos.</a:t>
          </a:r>
        </a:p>
      </dgm:t>
    </dgm:pt>
    <dgm:pt modelId="{4D419215-5241-4577-B10B-03F5D72E34DD}" type="parTrans" cxnId="{BBC76646-554C-4640-B8B6-12B271354B93}">
      <dgm:prSet/>
      <dgm:spPr/>
      <dgm:t>
        <a:bodyPr/>
        <a:lstStyle/>
        <a:p>
          <a:endParaRPr lang="es-MX"/>
        </a:p>
      </dgm:t>
    </dgm:pt>
    <dgm:pt modelId="{3AFACB0E-4527-4CBD-A70D-730A4384CE2C}" type="sibTrans" cxnId="{BBC76646-554C-4640-B8B6-12B271354B93}">
      <dgm:prSet/>
      <dgm:spPr/>
      <dgm:t>
        <a:bodyPr/>
        <a:lstStyle/>
        <a:p>
          <a:endParaRPr lang="es-MX"/>
        </a:p>
      </dgm:t>
    </dgm:pt>
    <dgm:pt modelId="{529DBAEA-A3A8-4C6C-A355-48D1A41346D5}">
      <dgm:prSet phldrT="[Texto]"/>
      <dgm:spPr/>
      <dgm:t>
        <a:bodyPr/>
        <a:lstStyle/>
        <a:p>
          <a:r>
            <a:rPr lang="es-MX" dirty="0"/>
            <a:t>resultado es un esquema de base de datos en el modelo de datos de la aplicación de los DBMS. Mapeo de modelo de datos es a menudo automatizado o </a:t>
          </a:r>
          <a:r>
            <a:rPr lang="es-MX" dirty="0" err="1"/>
            <a:t>semi</a:t>
          </a:r>
          <a:r>
            <a:rPr lang="es-MX" dirty="0"/>
            <a:t>- automatizado dentro de las herramientas de diseño de base de datos.</a:t>
          </a:r>
        </a:p>
      </dgm:t>
    </dgm:pt>
    <dgm:pt modelId="{D6CDC7D8-20D6-4D18-BADA-A35ED84477F3}" type="parTrans" cxnId="{8B820C42-39D6-42C5-B604-FDACC2D30B92}">
      <dgm:prSet/>
      <dgm:spPr/>
      <dgm:t>
        <a:bodyPr/>
        <a:lstStyle/>
        <a:p>
          <a:endParaRPr lang="es-MX"/>
        </a:p>
      </dgm:t>
    </dgm:pt>
    <dgm:pt modelId="{95B4D433-387C-44E4-BB74-1128C4CAFB7E}" type="sibTrans" cxnId="{8B820C42-39D6-42C5-B604-FDACC2D30B92}">
      <dgm:prSet/>
      <dgm:spPr/>
      <dgm:t>
        <a:bodyPr/>
        <a:lstStyle/>
        <a:p>
          <a:endParaRPr lang="es-MX"/>
        </a:p>
      </dgm:t>
    </dgm:pt>
    <dgm:pt modelId="{E612311C-605D-4625-A3DA-F48A05D5D343}" type="pres">
      <dgm:prSet presAssocID="{AAAA39BB-CD7F-40EB-A322-65C12203197A}" presName="linearFlow" presStyleCnt="0">
        <dgm:presLayoutVars>
          <dgm:dir/>
          <dgm:animLvl val="lvl"/>
          <dgm:resizeHandles val="exact"/>
        </dgm:presLayoutVars>
      </dgm:prSet>
      <dgm:spPr/>
    </dgm:pt>
    <dgm:pt modelId="{A1F5F06A-1434-43CA-955D-4C0D9625ED86}" type="pres">
      <dgm:prSet presAssocID="{A0BDA236-A7E4-47FD-97D1-E3B220231DEC}" presName="composite" presStyleCnt="0"/>
      <dgm:spPr/>
    </dgm:pt>
    <dgm:pt modelId="{BAD29DBD-7060-4532-A116-F2BB38E754C1}" type="pres">
      <dgm:prSet presAssocID="{A0BDA236-A7E4-47FD-97D1-E3B220231DEC}" presName="parentText" presStyleLbl="alignNode1" presStyleIdx="0" presStyleCnt="2" custLinFactNeighborX="4871" custLinFactNeighborY="3206">
        <dgm:presLayoutVars>
          <dgm:chMax val="1"/>
          <dgm:bulletEnabled val="1"/>
        </dgm:presLayoutVars>
      </dgm:prSet>
      <dgm:spPr/>
    </dgm:pt>
    <dgm:pt modelId="{4D9AA224-6D50-4E5D-9836-11EA3BF5288D}" type="pres">
      <dgm:prSet presAssocID="{A0BDA236-A7E4-47FD-97D1-E3B220231DEC}" presName="descendantText" presStyleLbl="alignAcc1" presStyleIdx="0" presStyleCnt="2">
        <dgm:presLayoutVars>
          <dgm:bulletEnabled val="1"/>
        </dgm:presLayoutVars>
      </dgm:prSet>
      <dgm:spPr/>
    </dgm:pt>
    <dgm:pt modelId="{880B56E0-9D37-4AC1-B39F-6D3F98EDA578}" type="pres">
      <dgm:prSet presAssocID="{C8D468F2-0C1D-4568-8798-6656A578C4D3}" presName="sp" presStyleCnt="0"/>
      <dgm:spPr/>
    </dgm:pt>
    <dgm:pt modelId="{682CC348-1EAA-4DD5-9009-C55FD8C36AED}" type="pres">
      <dgm:prSet presAssocID="{B7EB4385-1902-4929-8506-58E75CB0EABE}" presName="composite" presStyleCnt="0"/>
      <dgm:spPr/>
    </dgm:pt>
    <dgm:pt modelId="{D51B870A-E2AA-4568-9994-B21FDAB69B35}" type="pres">
      <dgm:prSet presAssocID="{B7EB4385-1902-4929-8506-58E75CB0EABE}" presName="parentText" presStyleLbl="alignNode1" presStyleIdx="1" presStyleCnt="2">
        <dgm:presLayoutVars>
          <dgm:chMax val="1"/>
          <dgm:bulletEnabled val="1"/>
        </dgm:presLayoutVars>
      </dgm:prSet>
      <dgm:spPr/>
    </dgm:pt>
    <dgm:pt modelId="{94DD0688-DFF0-4AAF-9832-423BC487EE37}" type="pres">
      <dgm:prSet presAssocID="{B7EB4385-1902-4929-8506-58E75CB0EABE}" presName="descendantText" presStyleLbl="alignAcc1" presStyleIdx="1" presStyleCnt="2">
        <dgm:presLayoutVars>
          <dgm:bulletEnabled val="1"/>
        </dgm:presLayoutVars>
      </dgm:prSet>
      <dgm:spPr/>
    </dgm:pt>
  </dgm:ptLst>
  <dgm:cxnLst>
    <dgm:cxn modelId="{E2C6EA39-4C2A-4169-A7B3-A67237054A9F}" type="presOf" srcId="{529DBAEA-A3A8-4C6C-A355-48D1A41346D5}" destId="{4D9AA224-6D50-4E5D-9836-11EA3BF5288D}" srcOrd="0" destOrd="1" presId="urn:microsoft.com/office/officeart/2005/8/layout/chevron2"/>
    <dgm:cxn modelId="{D0A8C73E-907A-4560-8C84-84C5128ED036}" srcId="{AAAA39BB-CD7F-40EB-A322-65C12203197A}" destId="{A0BDA236-A7E4-47FD-97D1-E3B220231DEC}" srcOrd="0" destOrd="0" parTransId="{AD5D9C6C-DC28-4D11-AE7F-DEEAA57E8834}" sibTransId="{C8D468F2-0C1D-4568-8798-6656A578C4D3}"/>
    <dgm:cxn modelId="{8B820C42-39D6-42C5-B604-FDACC2D30B92}" srcId="{A0BDA236-A7E4-47FD-97D1-E3B220231DEC}" destId="{529DBAEA-A3A8-4C6C-A355-48D1A41346D5}" srcOrd="1" destOrd="0" parTransId="{D6CDC7D8-20D6-4D18-BADA-A35ED84477F3}" sibTransId="{95B4D433-387C-44E4-BB74-1128C4CAFB7E}"/>
    <dgm:cxn modelId="{E94DF643-A567-41A0-BC96-9284426FCD89}" type="presOf" srcId="{AAAA39BB-CD7F-40EB-A322-65C12203197A}" destId="{E612311C-605D-4625-A3DA-F48A05D5D343}" srcOrd="0" destOrd="0" presId="urn:microsoft.com/office/officeart/2005/8/layout/chevron2"/>
    <dgm:cxn modelId="{BBC76646-554C-4640-B8B6-12B271354B93}" srcId="{B7EB4385-1902-4929-8506-58E75CB0EABE}" destId="{49279D6B-838D-41FA-A09A-30A06F69EC01}" srcOrd="0" destOrd="0" parTransId="{4D419215-5241-4577-B10B-03F5D72E34DD}" sibTransId="{3AFACB0E-4527-4CBD-A70D-730A4384CE2C}"/>
    <dgm:cxn modelId="{041FF066-CF3B-4EAE-BE2E-F24B36ABA158}" srcId="{A0BDA236-A7E4-47FD-97D1-E3B220231DEC}" destId="{BEF8F143-81DE-4389-8AA6-53795DABBE1C}" srcOrd="0" destOrd="0" parTransId="{3B1C0059-8CF3-4DC5-A6BD-20DACE18CBD6}" sibTransId="{73E34FA0-CC6A-493B-82DC-07FD2FDF7929}"/>
    <dgm:cxn modelId="{B2A7E96C-2BA5-48EC-8F72-F09FA9E8D8FA}" type="presOf" srcId="{BEF8F143-81DE-4389-8AA6-53795DABBE1C}" destId="{4D9AA224-6D50-4E5D-9836-11EA3BF5288D}" srcOrd="0" destOrd="0" presId="urn:microsoft.com/office/officeart/2005/8/layout/chevron2"/>
    <dgm:cxn modelId="{0621AE77-C42F-41F4-8882-D27C7F98D583}" type="presOf" srcId="{49279D6B-838D-41FA-A09A-30A06F69EC01}" destId="{94DD0688-DFF0-4AAF-9832-423BC487EE37}" srcOrd="0" destOrd="0" presId="urn:microsoft.com/office/officeart/2005/8/layout/chevron2"/>
    <dgm:cxn modelId="{304E24C2-8413-484D-8536-8E80EBB22BC4}" srcId="{AAAA39BB-CD7F-40EB-A322-65C12203197A}" destId="{B7EB4385-1902-4929-8506-58E75CB0EABE}" srcOrd="1" destOrd="0" parTransId="{F585913C-F22E-4188-B133-C27DEEC0A177}" sibTransId="{C840A99C-6F3B-4CBA-8A36-E9F748BCF950}"/>
    <dgm:cxn modelId="{F15038DC-9C32-4059-BCC7-5C9F6F94A22C}" type="presOf" srcId="{B7EB4385-1902-4929-8506-58E75CB0EABE}" destId="{D51B870A-E2AA-4568-9994-B21FDAB69B35}" srcOrd="0" destOrd="0" presId="urn:microsoft.com/office/officeart/2005/8/layout/chevron2"/>
    <dgm:cxn modelId="{5CCC72EB-8C82-4B3B-A201-592BCC1C725D}" type="presOf" srcId="{A0BDA236-A7E4-47FD-97D1-E3B220231DEC}" destId="{BAD29DBD-7060-4532-A116-F2BB38E754C1}" srcOrd="0" destOrd="0" presId="urn:microsoft.com/office/officeart/2005/8/layout/chevron2"/>
    <dgm:cxn modelId="{7AD78988-9F09-472E-BCB7-EF2EA00769F6}" type="presParOf" srcId="{E612311C-605D-4625-A3DA-F48A05D5D343}" destId="{A1F5F06A-1434-43CA-955D-4C0D9625ED86}" srcOrd="0" destOrd="0" presId="urn:microsoft.com/office/officeart/2005/8/layout/chevron2"/>
    <dgm:cxn modelId="{824CD67A-27A6-4E97-A80B-22E165810E90}" type="presParOf" srcId="{A1F5F06A-1434-43CA-955D-4C0D9625ED86}" destId="{BAD29DBD-7060-4532-A116-F2BB38E754C1}" srcOrd="0" destOrd="0" presId="urn:microsoft.com/office/officeart/2005/8/layout/chevron2"/>
    <dgm:cxn modelId="{C91E70A5-7324-4337-B67E-6FABDED6E73A}" type="presParOf" srcId="{A1F5F06A-1434-43CA-955D-4C0D9625ED86}" destId="{4D9AA224-6D50-4E5D-9836-11EA3BF5288D}" srcOrd="1" destOrd="0" presId="urn:microsoft.com/office/officeart/2005/8/layout/chevron2"/>
    <dgm:cxn modelId="{F2DA57E2-27F1-4602-A088-8B36366DFB34}" type="presParOf" srcId="{E612311C-605D-4625-A3DA-F48A05D5D343}" destId="{880B56E0-9D37-4AC1-B39F-6D3F98EDA578}" srcOrd="1" destOrd="0" presId="urn:microsoft.com/office/officeart/2005/8/layout/chevron2"/>
    <dgm:cxn modelId="{7B938C59-79D6-4EA6-BA74-842C994B1AD9}" type="presParOf" srcId="{E612311C-605D-4625-A3DA-F48A05D5D343}" destId="{682CC348-1EAA-4DD5-9009-C55FD8C36AED}" srcOrd="2" destOrd="0" presId="urn:microsoft.com/office/officeart/2005/8/layout/chevron2"/>
    <dgm:cxn modelId="{3355C266-0FEA-4AEC-8F1D-7600E84B3889}" type="presParOf" srcId="{682CC348-1EAA-4DD5-9009-C55FD8C36AED}" destId="{D51B870A-E2AA-4568-9994-B21FDAB69B35}" srcOrd="0" destOrd="0" presId="urn:microsoft.com/office/officeart/2005/8/layout/chevron2"/>
    <dgm:cxn modelId="{04F4E104-844B-44CC-83AC-45A8F8858D3E}" type="presParOf" srcId="{682CC348-1EAA-4DD5-9009-C55FD8C36AED}" destId="{94DD0688-DFF0-4AAF-9832-423BC487EE3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0FDB38F-D5FA-44D6-98BE-45CC1F7EA53C}" type="doc">
      <dgm:prSet loTypeId="urn:microsoft.com/office/officeart/2005/8/layout/radial3" loCatId="cycle" qsTypeId="urn:microsoft.com/office/officeart/2005/8/quickstyle/3d4" qsCatId="3D" csTypeId="urn:microsoft.com/office/officeart/2005/8/colors/colorful2" csCatId="colorful" phldr="1"/>
      <dgm:spPr/>
      <dgm:t>
        <a:bodyPr/>
        <a:lstStyle/>
        <a:p>
          <a:endParaRPr lang="es-MX"/>
        </a:p>
      </dgm:t>
    </dgm:pt>
    <dgm:pt modelId="{B32FE5F6-C322-44EE-BD4C-16533887137E}">
      <dgm:prSet phldrT="[Texto]"/>
      <dgm:spPr/>
      <dgm:t>
        <a:bodyPr/>
        <a:lstStyle/>
        <a:p>
          <a:r>
            <a:rPr lang="es-MX" b="1"/>
            <a:t>La entidad es el objeto básico del modelo E-R</a:t>
          </a:r>
          <a:r>
            <a:rPr lang="es-MX"/>
            <a:t>.</a:t>
          </a:r>
          <a:endParaRPr lang="es-MX" dirty="0"/>
        </a:p>
      </dgm:t>
    </dgm:pt>
    <dgm:pt modelId="{F1C2A3D9-7106-4FCC-992D-7EB5E40B4B78}" type="parTrans" cxnId="{B9F6E6CD-E980-4E99-9165-A8066986A8A4}">
      <dgm:prSet/>
      <dgm:spPr/>
      <dgm:t>
        <a:bodyPr/>
        <a:lstStyle/>
        <a:p>
          <a:endParaRPr lang="es-MX"/>
        </a:p>
      </dgm:t>
    </dgm:pt>
    <dgm:pt modelId="{4D6B717F-27D2-4EA3-89E3-E93E8F940F4E}" type="sibTrans" cxnId="{B9F6E6CD-E980-4E99-9165-A8066986A8A4}">
      <dgm:prSet/>
      <dgm:spPr/>
      <dgm:t>
        <a:bodyPr/>
        <a:lstStyle/>
        <a:p>
          <a:endParaRPr lang="es-MX"/>
        </a:p>
      </dgm:t>
    </dgm:pt>
    <dgm:pt modelId="{2B63DE20-BD50-441F-8787-72E0B9787A4B}">
      <dgm:prSet phldrT="[Texto]"/>
      <dgm:spPr/>
      <dgm:t>
        <a:bodyPr/>
        <a:lstStyle/>
        <a:p>
          <a:r>
            <a:rPr lang="es-MX" b="1" dirty="0"/>
            <a:t>Puede ser un objeto con existencia física (Persona, coche, casa o empleado</a:t>
          </a:r>
          <a:r>
            <a:rPr lang="es-MX" dirty="0"/>
            <a:t>)</a:t>
          </a:r>
        </a:p>
      </dgm:t>
    </dgm:pt>
    <dgm:pt modelId="{1BE393F4-A0CF-492C-A42A-71237084A988}" type="parTrans" cxnId="{69F6DD6D-13A9-4296-B28B-31DD72F19AEF}">
      <dgm:prSet/>
      <dgm:spPr/>
      <dgm:t>
        <a:bodyPr/>
        <a:lstStyle/>
        <a:p>
          <a:endParaRPr lang="es-MX"/>
        </a:p>
      </dgm:t>
    </dgm:pt>
    <dgm:pt modelId="{5AFE9370-765B-4CDD-B5B7-41AA1948F454}" type="sibTrans" cxnId="{69F6DD6D-13A9-4296-B28B-31DD72F19AEF}">
      <dgm:prSet/>
      <dgm:spPr/>
      <dgm:t>
        <a:bodyPr/>
        <a:lstStyle/>
        <a:p>
          <a:endParaRPr lang="es-MX"/>
        </a:p>
      </dgm:t>
    </dgm:pt>
    <dgm:pt modelId="{B5336F83-45C3-4C1D-AA3D-1DBCB2913EFB}">
      <dgm:prSet phldrT="[Texto]"/>
      <dgm:spPr/>
      <dgm:t>
        <a:bodyPr/>
        <a:lstStyle/>
        <a:p>
          <a:r>
            <a:rPr lang="es-MX" b="1"/>
            <a:t>Es una cosa en el mundo real con una existencia independiente</a:t>
          </a:r>
          <a:endParaRPr lang="es-MX" b="1" dirty="0"/>
        </a:p>
      </dgm:t>
    </dgm:pt>
    <dgm:pt modelId="{98AD0C3E-B48B-4CCF-8174-C871D4C7BD3B}" type="parTrans" cxnId="{EADD9F1B-A67B-4A80-874C-37C6E015216C}">
      <dgm:prSet/>
      <dgm:spPr/>
      <dgm:t>
        <a:bodyPr/>
        <a:lstStyle/>
        <a:p>
          <a:endParaRPr lang="es-MX"/>
        </a:p>
      </dgm:t>
    </dgm:pt>
    <dgm:pt modelId="{0C3C4220-A788-4FC9-845F-6D61AD5648B1}" type="sibTrans" cxnId="{EADD9F1B-A67B-4A80-874C-37C6E015216C}">
      <dgm:prSet/>
      <dgm:spPr/>
      <dgm:t>
        <a:bodyPr/>
        <a:lstStyle/>
        <a:p>
          <a:endParaRPr lang="es-MX"/>
        </a:p>
      </dgm:t>
    </dgm:pt>
    <dgm:pt modelId="{667CFB84-7DFF-4575-B87B-474B5057A1CA}">
      <dgm:prSet phldrT="[Texto]"/>
      <dgm:spPr/>
      <dgm:t>
        <a:bodyPr/>
        <a:lstStyle/>
        <a:p>
          <a:r>
            <a:rPr lang="es-MX" b="1"/>
            <a:t>Puede ser un objeto con existencia conceptual (Empresa, un trabajo, curso Universitario)</a:t>
          </a:r>
          <a:endParaRPr lang="es-MX" b="1" dirty="0"/>
        </a:p>
      </dgm:t>
    </dgm:pt>
    <dgm:pt modelId="{54020B0F-22F4-4CD7-A996-BD0253A5E0D2}" type="parTrans" cxnId="{28F01138-D45F-43CA-BC07-DC8572B48AFA}">
      <dgm:prSet/>
      <dgm:spPr/>
      <dgm:t>
        <a:bodyPr/>
        <a:lstStyle/>
        <a:p>
          <a:endParaRPr lang="es-MX"/>
        </a:p>
      </dgm:t>
    </dgm:pt>
    <dgm:pt modelId="{DBBD2ADF-BE0B-4050-8033-1FA4386F6A42}" type="sibTrans" cxnId="{28F01138-D45F-43CA-BC07-DC8572B48AFA}">
      <dgm:prSet/>
      <dgm:spPr/>
      <dgm:t>
        <a:bodyPr/>
        <a:lstStyle/>
        <a:p>
          <a:endParaRPr lang="es-MX"/>
        </a:p>
      </dgm:t>
    </dgm:pt>
    <dgm:pt modelId="{329A9478-551E-420E-A8F0-2126087BE64B}">
      <dgm:prSet phldrT="[Texto]"/>
      <dgm:spPr/>
      <dgm:t>
        <a:bodyPr/>
        <a:lstStyle/>
        <a:p>
          <a:r>
            <a:rPr lang="es-MX" b="1" dirty="0"/>
            <a:t>Cada entidad tiene atributos: las propiedades particulares que lo describen .</a:t>
          </a:r>
        </a:p>
      </dgm:t>
    </dgm:pt>
    <dgm:pt modelId="{C7985094-E8E7-4D68-A44C-897DABF8D4A4}" type="parTrans" cxnId="{6F5E16C9-312C-441E-A48F-83D6D19AB5F3}">
      <dgm:prSet/>
      <dgm:spPr/>
      <dgm:t>
        <a:bodyPr/>
        <a:lstStyle/>
        <a:p>
          <a:endParaRPr lang="es-MX"/>
        </a:p>
      </dgm:t>
    </dgm:pt>
    <dgm:pt modelId="{A5129E90-628D-45A5-8F83-265FD1766C62}" type="sibTrans" cxnId="{6F5E16C9-312C-441E-A48F-83D6D19AB5F3}">
      <dgm:prSet/>
      <dgm:spPr/>
      <dgm:t>
        <a:bodyPr/>
        <a:lstStyle/>
        <a:p>
          <a:endParaRPr lang="es-MX"/>
        </a:p>
      </dgm:t>
    </dgm:pt>
    <dgm:pt modelId="{D1FB89A9-A6BD-41C4-9FDE-A86C49B6272B}">
      <dgm:prSet phldrT="[Texto]"/>
      <dgm:spPr/>
      <dgm:t>
        <a:bodyPr/>
        <a:lstStyle/>
        <a:p>
          <a:r>
            <a:rPr lang="es-MX" b="1" dirty="0"/>
            <a:t>Una entidad en particular tendrá un valor para cada uno de sus atributos. </a:t>
          </a:r>
        </a:p>
      </dgm:t>
    </dgm:pt>
    <dgm:pt modelId="{E621D353-752A-49A7-AB4B-A82A037C5AE0}" type="parTrans" cxnId="{897C31CC-0A45-4B79-A542-898E04609DA4}">
      <dgm:prSet/>
      <dgm:spPr/>
      <dgm:t>
        <a:bodyPr/>
        <a:lstStyle/>
        <a:p>
          <a:endParaRPr lang="es-MX"/>
        </a:p>
      </dgm:t>
    </dgm:pt>
    <dgm:pt modelId="{AE6D8A21-D1D1-4853-92EF-D7F49B06DFAB}" type="sibTrans" cxnId="{897C31CC-0A45-4B79-A542-898E04609DA4}">
      <dgm:prSet/>
      <dgm:spPr/>
      <dgm:t>
        <a:bodyPr/>
        <a:lstStyle/>
        <a:p>
          <a:endParaRPr lang="es-MX"/>
        </a:p>
      </dgm:t>
    </dgm:pt>
    <dgm:pt modelId="{AD777C9E-505C-4F9A-81AF-985E4E94DD41}" type="pres">
      <dgm:prSet presAssocID="{20FDB38F-D5FA-44D6-98BE-45CC1F7EA53C}" presName="composite" presStyleCnt="0">
        <dgm:presLayoutVars>
          <dgm:chMax val="1"/>
          <dgm:dir/>
          <dgm:resizeHandles val="exact"/>
        </dgm:presLayoutVars>
      </dgm:prSet>
      <dgm:spPr/>
    </dgm:pt>
    <dgm:pt modelId="{C5F801CA-D719-458A-A5AC-0712D0922D34}" type="pres">
      <dgm:prSet presAssocID="{20FDB38F-D5FA-44D6-98BE-45CC1F7EA53C}" presName="radial" presStyleCnt="0">
        <dgm:presLayoutVars>
          <dgm:animLvl val="ctr"/>
        </dgm:presLayoutVars>
      </dgm:prSet>
      <dgm:spPr/>
    </dgm:pt>
    <dgm:pt modelId="{9533E9F5-3908-4BB6-B1A7-1A2505B57785}" type="pres">
      <dgm:prSet presAssocID="{B32FE5F6-C322-44EE-BD4C-16533887137E}" presName="centerShape" presStyleLbl="vennNode1" presStyleIdx="0" presStyleCnt="6"/>
      <dgm:spPr/>
    </dgm:pt>
    <dgm:pt modelId="{73AF640C-90F4-4212-A2B1-5F746D947C08}" type="pres">
      <dgm:prSet presAssocID="{2B63DE20-BD50-441F-8787-72E0B9787A4B}" presName="node" presStyleLbl="vennNode1" presStyleIdx="1" presStyleCnt="6">
        <dgm:presLayoutVars>
          <dgm:bulletEnabled val="1"/>
        </dgm:presLayoutVars>
      </dgm:prSet>
      <dgm:spPr/>
    </dgm:pt>
    <dgm:pt modelId="{24324080-2FD9-433C-B916-16531B2A315A}" type="pres">
      <dgm:prSet presAssocID="{B5336F83-45C3-4C1D-AA3D-1DBCB2913EFB}" presName="node" presStyleLbl="vennNode1" presStyleIdx="2" presStyleCnt="6">
        <dgm:presLayoutVars>
          <dgm:bulletEnabled val="1"/>
        </dgm:presLayoutVars>
      </dgm:prSet>
      <dgm:spPr/>
    </dgm:pt>
    <dgm:pt modelId="{A6D55035-2C08-4696-84F6-FB55435CAE19}" type="pres">
      <dgm:prSet presAssocID="{667CFB84-7DFF-4575-B87B-474B5057A1CA}" presName="node" presStyleLbl="vennNode1" presStyleIdx="3" presStyleCnt="6">
        <dgm:presLayoutVars>
          <dgm:bulletEnabled val="1"/>
        </dgm:presLayoutVars>
      </dgm:prSet>
      <dgm:spPr/>
    </dgm:pt>
    <dgm:pt modelId="{033B6895-D274-44E2-8ED0-6C5AC6FC8575}" type="pres">
      <dgm:prSet presAssocID="{329A9478-551E-420E-A8F0-2126087BE64B}" presName="node" presStyleLbl="vennNode1" presStyleIdx="4" presStyleCnt="6">
        <dgm:presLayoutVars>
          <dgm:bulletEnabled val="1"/>
        </dgm:presLayoutVars>
      </dgm:prSet>
      <dgm:spPr/>
    </dgm:pt>
    <dgm:pt modelId="{874ECD97-D93C-4643-B081-B71C79C8CE87}" type="pres">
      <dgm:prSet presAssocID="{D1FB89A9-A6BD-41C4-9FDE-A86C49B6272B}" presName="node" presStyleLbl="vennNode1" presStyleIdx="5" presStyleCnt="6">
        <dgm:presLayoutVars>
          <dgm:bulletEnabled val="1"/>
        </dgm:presLayoutVars>
      </dgm:prSet>
      <dgm:spPr/>
    </dgm:pt>
  </dgm:ptLst>
  <dgm:cxnLst>
    <dgm:cxn modelId="{EADD9F1B-A67B-4A80-874C-37C6E015216C}" srcId="{B32FE5F6-C322-44EE-BD4C-16533887137E}" destId="{B5336F83-45C3-4C1D-AA3D-1DBCB2913EFB}" srcOrd="1" destOrd="0" parTransId="{98AD0C3E-B48B-4CCF-8174-C871D4C7BD3B}" sibTransId="{0C3C4220-A788-4FC9-845F-6D61AD5648B1}"/>
    <dgm:cxn modelId="{2085062A-5AF7-4A38-9D26-DA7C9A03A851}" type="presOf" srcId="{20FDB38F-D5FA-44D6-98BE-45CC1F7EA53C}" destId="{AD777C9E-505C-4F9A-81AF-985E4E94DD41}" srcOrd="0" destOrd="0" presId="urn:microsoft.com/office/officeart/2005/8/layout/radial3"/>
    <dgm:cxn modelId="{28F01138-D45F-43CA-BC07-DC8572B48AFA}" srcId="{B32FE5F6-C322-44EE-BD4C-16533887137E}" destId="{667CFB84-7DFF-4575-B87B-474B5057A1CA}" srcOrd="2" destOrd="0" parTransId="{54020B0F-22F4-4CD7-A996-BD0253A5E0D2}" sibTransId="{DBBD2ADF-BE0B-4050-8033-1FA4386F6A42}"/>
    <dgm:cxn modelId="{69F6DD6D-13A9-4296-B28B-31DD72F19AEF}" srcId="{B32FE5F6-C322-44EE-BD4C-16533887137E}" destId="{2B63DE20-BD50-441F-8787-72E0B9787A4B}" srcOrd="0" destOrd="0" parTransId="{1BE393F4-A0CF-492C-A42A-71237084A988}" sibTransId="{5AFE9370-765B-4CDD-B5B7-41AA1948F454}"/>
    <dgm:cxn modelId="{FA015595-8B0D-4718-9DB2-97471B85FDDB}" type="presOf" srcId="{667CFB84-7DFF-4575-B87B-474B5057A1CA}" destId="{A6D55035-2C08-4696-84F6-FB55435CAE19}" srcOrd="0" destOrd="0" presId="urn:microsoft.com/office/officeart/2005/8/layout/radial3"/>
    <dgm:cxn modelId="{6F5E16C9-312C-441E-A48F-83D6D19AB5F3}" srcId="{B32FE5F6-C322-44EE-BD4C-16533887137E}" destId="{329A9478-551E-420E-A8F0-2126087BE64B}" srcOrd="3" destOrd="0" parTransId="{C7985094-E8E7-4D68-A44C-897DABF8D4A4}" sibTransId="{A5129E90-628D-45A5-8F83-265FD1766C62}"/>
    <dgm:cxn modelId="{897C31CC-0A45-4B79-A542-898E04609DA4}" srcId="{B32FE5F6-C322-44EE-BD4C-16533887137E}" destId="{D1FB89A9-A6BD-41C4-9FDE-A86C49B6272B}" srcOrd="4" destOrd="0" parTransId="{E621D353-752A-49A7-AB4B-A82A037C5AE0}" sibTransId="{AE6D8A21-D1D1-4853-92EF-D7F49B06DFAB}"/>
    <dgm:cxn modelId="{B9F6E6CD-E980-4E99-9165-A8066986A8A4}" srcId="{20FDB38F-D5FA-44D6-98BE-45CC1F7EA53C}" destId="{B32FE5F6-C322-44EE-BD4C-16533887137E}" srcOrd="0" destOrd="0" parTransId="{F1C2A3D9-7106-4FCC-992D-7EB5E40B4B78}" sibTransId="{4D6B717F-27D2-4EA3-89E3-E93E8F940F4E}"/>
    <dgm:cxn modelId="{4154A9E8-C630-4C51-AC91-BE6C20C2E515}" type="presOf" srcId="{B32FE5F6-C322-44EE-BD4C-16533887137E}" destId="{9533E9F5-3908-4BB6-B1A7-1A2505B57785}" srcOrd="0" destOrd="0" presId="urn:microsoft.com/office/officeart/2005/8/layout/radial3"/>
    <dgm:cxn modelId="{53B2F2EB-44E4-4DC5-8196-851C6B5327C8}" type="presOf" srcId="{2B63DE20-BD50-441F-8787-72E0B9787A4B}" destId="{73AF640C-90F4-4212-A2B1-5F746D947C08}" srcOrd="0" destOrd="0" presId="urn:microsoft.com/office/officeart/2005/8/layout/radial3"/>
    <dgm:cxn modelId="{255291EF-4491-4740-93D0-0BAF44A81F14}" type="presOf" srcId="{B5336F83-45C3-4C1D-AA3D-1DBCB2913EFB}" destId="{24324080-2FD9-433C-B916-16531B2A315A}" srcOrd="0" destOrd="0" presId="urn:microsoft.com/office/officeart/2005/8/layout/radial3"/>
    <dgm:cxn modelId="{EF6391F2-0BC1-4972-ABA4-F3A060A1AA4F}" type="presOf" srcId="{D1FB89A9-A6BD-41C4-9FDE-A86C49B6272B}" destId="{874ECD97-D93C-4643-B081-B71C79C8CE87}" srcOrd="0" destOrd="0" presId="urn:microsoft.com/office/officeart/2005/8/layout/radial3"/>
    <dgm:cxn modelId="{350DDAF7-1212-46B3-BAF3-A57994417619}" type="presOf" srcId="{329A9478-551E-420E-A8F0-2126087BE64B}" destId="{033B6895-D274-44E2-8ED0-6C5AC6FC8575}" srcOrd="0" destOrd="0" presId="urn:microsoft.com/office/officeart/2005/8/layout/radial3"/>
    <dgm:cxn modelId="{38EE3C2A-DA61-4F07-B7DD-D9D57CB49668}" type="presParOf" srcId="{AD777C9E-505C-4F9A-81AF-985E4E94DD41}" destId="{C5F801CA-D719-458A-A5AC-0712D0922D34}" srcOrd="0" destOrd="0" presId="urn:microsoft.com/office/officeart/2005/8/layout/radial3"/>
    <dgm:cxn modelId="{2C209EE9-CE1A-498B-9E66-A6DCE0B930C0}" type="presParOf" srcId="{C5F801CA-D719-458A-A5AC-0712D0922D34}" destId="{9533E9F5-3908-4BB6-B1A7-1A2505B57785}" srcOrd="0" destOrd="0" presId="urn:microsoft.com/office/officeart/2005/8/layout/radial3"/>
    <dgm:cxn modelId="{36BEE0BE-9163-4121-B5E9-0624D9D2BAF7}" type="presParOf" srcId="{C5F801CA-D719-458A-A5AC-0712D0922D34}" destId="{73AF640C-90F4-4212-A2B1-5F746D947C08}" srcOrd="1" destOrd="0" presId="urn:microsoft.com/office/officeart/2005/8/layout/radial3"/>
    <dgm:cxn modelId="{831199E1-3A7E-48BA-99E0-436E5B0B5E59}" type="presParOf" srcId="{C5F801CA-D719-458A-A5AC-0712D0922D34}" destId="{24324080-2FD9-433C-B916-16531B2A315A}" srcOrd="2" destOrd="0" presId="urn:microsoft.com/office/officeart/2005/8/layout/radial3"/>
    <dgm:cxn modelId="{A0006237-04F0-45F3-92BE-80B67C16498C}" type="presParOf" srcId="{C5F801CA-D719-458A-A5AC-0712D0922D34}" destId="{A6D55035-2C08-4696-84F6-FB55435CAE19}" srcOrd="3" destOrd="0" presId="urn:microsoft.com/office/officeart/2005/8/layout/radial3"/>
    <dgm:cxn modelId="{533A1C73-43F6-4232-9013-1C5304F06C37}" type="presParOf" srcId="{C5F801CA-D719-458A-A5AC-0712D0922D34}" destId="{033B6895-D274-44E2-8ED0-6C5AC6FC8575}" srcOrd="4" destOrd="0" presId="urn:microsoft.com/office/officeart/2005/8/layout/radial3"/>
    <dgm:cxn modelId="{5A487E7A-8386-43E7-9B43-AE42885170D5}" type="presParOf" srcId="{C5F801CA-D719-458A-A5AC-0712D0922D34}" destId="{874ECD97-D93C-4643-B081-B71C79C8CE87}" srcOrd="5"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48A4B8B-205C-4105-B65D-62CDD7311520}" type="doc">
      <dgm:prSet loTypeId="urn:microsoft.com/office/officeart/2005/8/layout/hierarchy2" loCatId="hierarchy" qsTypeId="urn:microsoft.com/office/officeart/2005/8/quickstyle/simple5" qsCatId="simple" csTypeId="urn:microsoft.com/office/officeart/2005/8/colors/colorful1" csCatId="colorful" phldr="1"/>
      <dgm:spPr/>
      <dgm:t>
        <a:bodyPr/>
        <a:lstStyle/>
        <a:p>
          <a:endParaRPr lang="es-MX"/>
        </a:p>
      </dgm:t>
    </dgm:pt>
    <dgm:pt modelId="{5A2DCEE9-4273-49AD-A6D9-3C7767F97328}">
      <dgm:prSet phldrT="[Texto]"/>
      <dgm:spPr/>
      <dgm:t>
        <a:bodyPr/>
        <a:lstStyle/>
        <a:p>
          <a:r>
            <a:rPr lang="es-MX" dirty="0"/>
            <a:t>Atributos</a:t>
          </a:r>
        </a:p>
      </dgm:t>
    </dgm:pt>
    <dgm:pt modelId="{137A2233-625A-42FF-BBCB-1922F5F7E771}" type="parTrans" cxnId="{59EB38CF-01BA-4667-9E03-ACBCA261D19C}">
      <dgm:prSet/>
      <dgm:spPr/>
      <dgm:t>
        <a:bodyPr/>
        <a:lstStyle/>
        <a:p>
          <a:endParaRPr lang="es-MX"/>
        </a:p>
      </dgm:t>
    </dgm:pt>
    <dgm:pt modelId="{5380D6B9-4AB5-4BCC-ACB9-5EC1384D05F3}" type="sibTrans" cxnId="{59EB38CF-01BA-4667-9E03-ACBCA261D19C}">
      <dgm:prSet/>
      <dgm:spPr/>
      <dgm:t>
        <a:bodyPr/>
        <a:lstStyle/>
        <a:p>
          <a:endParaRPr lang="es-MX"/>
        </a:p>
      </dgm:t>
    </dgm:pt>
    <dgm:pt modelId="{7CA0D32A-ABAD-4D8B-8AAF-F7B92816E737}">
      <dgm:prSet phldrT="[Texto]"/>
      <dgm:spPr/>
      <dgm:t>
        <a:bodyPr/>
        <a:lstStyle/>
        <a:p>
          <a:r>
            <a:rPr lang="es-MX" dirty="0"/>
            <a:t>Simples</a:t>
          </a:r>
        </a:p>
      </dgm:t>
    </dgm:pt>
    <dgm:pt modelId="{BCF4F975-BAD3-4833-97F6-6A6A504C52A7}" type="parTrans" cxnId="{94CBCF60-F599-46DC-8AB1-CC5DD9B7DC4E}">
      <dgm:prSet/>
      <dgm:spPr/>
      <dgm:t>
        <a:bodyPr/>
        <a:lstStyle/>
        <a:p>
          <a:endParaRPr lang="es-MX"/>
        </a:p>
      </dgm:t>
    </dgm:pt>
    <dgm:pt modelId="{3A1D7285-D844-48D0-A06F-75E0DD61EDC5}" type="sibTrans" cxnId="{94CBCF60-F599-46DC-8AB1-CC5DD9B7DC4E}">
      <dgm:prSet/>
      <dgm:spPr/>
      <dgm:t>
        <a:bodyPr/>
        <a:lstStyle/>
        <a:p>
          <a:endParaRPr lang="es-MX"/>
        </a:p>
      </dgm:t>
    </dgm:pt>
    <dgm:pt modelId="{127D0D1A-59B6-4A67-8C4C-813C50781671}">
      <dgm:prSet phldrT="[Texto]"/>
      <dgm:spPr/>
      <dgm:t>
        <a:bodyPr/>
        <a:lstStyle/>
        <a:p>
          <a:r>
            <a:rPr lang="es-MX" dirty="0"/>
            <a:t>Compuestos</a:t>
          </a:r>
        </a:p>
      </dgm:t>
    </dgm:pt>
    <dgm:pt modelId="{8A38FBF9-469F-4993-A0F0-9E43D04C7B92}" type="parTrans" cxnId="{0C7DD1D7-F951-45A5-994A-2467CA6B854B}">
      <dgm:prSet/>
      <dgm:spPr/>
      <dgm:t>
        <a:bodyPr/>
        <a:lstStyle/>
        <a:p>
          <a:endParaRPr lang="es-MX"/>
        </a:p>
      </dgm:t>
    </dgm:pt>
    <dgm:pt modelId="{ACB598F5-55FC-4DD5-8D9A-354E583EB29F}" type="sibTrans" cxnId="{0C7DD1D7-F951-45A5-994A-2467CA6B854B}">
      <dgm:prSet/>
      <dgm:spPr/>
      <dgm:t>
        <a:bodyPr/>
        <a:lstStyle/>
        <a:p>
          <a:endParaRPr lang="es-MX"/>
        </a:p>
      </dgm:t>
    </dgm:pt>
    <dgm:pt modelId="{41F47DC2-4959-44A7-BF41-73DDDE886348}">
      <dgm:prSet phldrT="[Texto]"/>
      <dgm:spPr/>
      <dgm:t>
        <a:bodyPr/>
        <a:lstStyle/>
        <a:p>
          <a:r>
            <a:rPr lang="es-MX" dirty="0" err="1"/>
            <a:t>Monovalor</a:t>
          </a:r>
          <a:endParaRPr lang="es-MX" dirty="0"/>
        </a:p>
      </dgm:t>
    </dgm:pt>
    <dgm:pt modelId="{9B6F0C0C-927C-4BBF-BF4F-C2D4708AC2E7}" type="parTrans" cxnId="{0D1E21D2-FA60-4236-BDD3-B18F56FF3239}">
      <dgm:prSet/>
      <dgm:spPr/>
      <dgm:t>
        <a:bodyPr/>
        <a:lstStyle/>
        <a:p>
          <a:endParaRPr lang="es-MX"/>
        </a:p>
      </dgm:t>
    </dgm:pt>
    <dgm:pt modelId="{11F30AA6-E060-4A76-8742-D60F12B3F8FA}" type="sibTrans" cxnId="{0D1E21D2-FA60-4236-BDD3-B18F56FF3239}">
      <dgm:prSet/>
      <dgm:spPr/>
      <dgm:t>
        <a:bodyPr/>
        <a:lstStyle/>
        <a:p>
          <a:endParaRPr lang="es-MX"/>
        </a:p>
      </dgm:t>
    </dgm:pt>
    <dgm:pt modelId="{F3CCC356-A416-4943-8EF8-1C10F00D4D71}">
      <dgm:prSet phldrT="[Texto]"/>
      <dgm:spPr/>
      <dgm:t>
        <a:bodyPr/>
        <a:lstStyle/>
        <a:p>
          <a:r>
            <a:rPr lang="es-MX" dirty="0"/>
            <a:t>Derivados</a:t>
          </a:r>
        </a:p>
      </dgm:t>
    </dgm:pt>
    <dgm:pt modelId="{A9287BEB-185D-4960-9595-6BAAD3295470}" type="parTrans" cxnId="{C20B7ECD-611D-4591-8C8E-21A26BB3EE64}">
      <dgm:prSet/>
      <dgm:spPr/>
      <dgm:t>
        <a:bodyPr/>
        <a:lstStyle/>
        <a:p>
          <a:endParaRPr lang="es-MX"/>
        </a:p>
      </dgm:t>
    </dgm:pt>
    <dgm:pt modelId="{B4B508D0-52E3-4078-9377-520428F4424C}" type="sibTrans" cxnId="{C20B7ECD-611D-4591-8C8E-21A26BB3EE64}">
      <dgm:prSet/>
      <dgm:spPr/>
      <dgm:t>
        <a:bodyPr/>
        <a:lstStyle/>
        <a:p>
          <a:endParaRPr lang="es-MX"/>
        </a:p>
      </dgm:t>
    </dgm:pt>
    <dgm:pt modelId="{1AE5D91E-6CB3-4C8D-A537-0DFDCE1687CF}">
      <dgm:prSet phldrT="[Texto]"/>
      <dgm:spPr/>
      <dgm:t>
        <a:bodyPr/>
        <a:lstStyle/>
        <a:p>
          <a:r>
            <a:rPr lang="es-MX" dirty="0"/>
            <a:t>Multivalor</a:t>
          </a:r>
        </a:p>
      </dgm:t>
    </dgm:pt>
    <dgm:pt modelId="{94E6BAD0-3B02-4D7D-8E87-C882B686DF49}" type="parTrans" cxnId="{A8B25EE4-D21D-48F3-9FC5-A748EFC40B5C}">
      <dgm:prSet/>
      <dgm:spPr/>
      <dgm:t>
        <a:bodyPr/>
        <a:lstStyle/>
        <a:p>
          <a:endParaRPr lang="es-MX"/>
        </a:p>
      </dgm:t>
    </dgm:pt>
    <dgm:pt modelId="{51E02BDD-6A5F-4592-B602-68ADC61A569D}" type="sibTrans" cxnId="{A8B25EE4-D21D-48F3-9FC5-A748EFC40B5C}">
      <dgm:prSet/>
      <dgm:spPr/>
      <dgm:t>
        <a:bodyPr/>
        <a:lstStyle/>
        <a:p>
          <a:endParaRPr lang="es-MX"/>
        </a:p>
      </dgm:t>
    </dgm:pt>
    <dgm:pt modelId="{5F610ED8-F8D7-4E35-BB51-1A4CA6972341}">
      <dgm:prSet phldrT="[Texto]"/>
      <dgm:spPr/>
      <dgm:t>
        <a:bodyPr/>
        <a:lstStyle/>
        <a:p>
          <a:r>
            <a:rPr lang="es-MX" dirty="0"/>
            <a:t>Almacenado</a:t>
          </a:r>
        </a:p>
      </dgm:t>
    </dgm:pt>
    <dgm:pt modelId="{6B8F5235-0F96-4A96-8CA0-03C84A175648}" type="parTrans" cxnId="{05585BB3-DE5F-4D25-93E0-540C2943B3B9}">
      <dgm:prSet/>
      <dgm:spPr/>
      <dgm:t>
        <a:bodyPr/>
        <a:lstStyle/>
        <a:p>
          <a:endParaRPr lang="es-MX"/>
        </a:p>
      </dgm:t>
    </dgm:pt>
    <dgm:pt modelId="{BD36233F-C297-45A4-93C2-22C101647FDB}" type="sibTrans" cxnId="{05585BB3-DE5F-4D25-93E0-540C2943B3B9}">
      <dgm:prSet/>
      <dgm:spPr/>
      <dgm:t>
        <a:bodyPr/>
        <a:lstStyle/>
        <a:p>
          <a:endParaRPr lang="es-MX"/>
        </a:p>
      </dgm:t>
    </dgm:pt>
    <dgm:pt modelId="{CE96E8C9-82A7-4036-8680-D164DBF26EA8}" type="pres">
      <dgm:prSet presAssocID="{D48A4B8B-205C-4105-B65D-62CDD7311520}" presName="diagram" presStyleCnt="0">
        <dgm:presLayoutVars>
          <dgm:chPref val="1"/>
          <dgm:dir/>
          <dgm:animOne val="branch"/>
          <dgm:animLvl val="lvl"/>
          <dgm:resizeHandles val="exact"/>
        </dgm:presLayoutVars>
      </dgm:prSet>
      <dgm:spPr/>
    </dgm:pt>
    <dgm:pt modelId="{3D33CD2B-7C42-4192-A475-56000A1576F9}" type="pres">
      <dgm:prSet presAssocID="{5A2DCEE9-4273-49AD-A6D9-3C7767F97328}" presName="root1" presStyleCnt="0"/>
      <dgm:spPr/>
    </dgm:pt>
    <dgm:pt modelId="{3DF59D5C-0C47-4C6D-9BE3-52A01E098871}" type="pres">
      <dgm:prSet presAssocID="{5A2DCEE9-4273-49AD-A6D9-3C7767F97328}" presName="LevelOneTextNode" presStyleLbl="node0" presStyleIdx="0" presStyleCnt="1" custLinFactNeighborX="17" custLinFactNeighborY="-2675">
        <dgm:presLayoutVars>
          <dgm:chPref val="3"/>
        </dgm:presLayoutVars>
      </dgm:prSet>
      <dgm:spPr/>
    </dgm:pt>
    <dgm:pt modelId="{2EB9180C-8B5F-42C0-8001-8FFD1B41EA78}" type="pres">
      <dgm:prSet presAssocID="{5A2DCEE9-4273-49AD-A6D9-3C7767F97328}" presName="level2hierChild" presStyleCnt="0"/>
      <dgm:spPr/>
    </dgm:pt>
    <dgm:pt modelId="{A3AA1303-8330-4AE6-8856-08435FCB4C40}" type="pres">
      <dgm:prSet presAssocID="{BCF4F975-BAD3-4833-97F6-6A6A504C52A7}" presName="conn2-1" presStyleLbl="parChTrans1D2" presStyleIdx="0" presStyleCnt="6"/>
      <dgm:spPr/>
    </dgm:pt>
    <dgm:pt modelId="{FF058464-0FAC-4698-A889-7AE89AA9E429}" type="pres">
      <dgm:prSet presAssocID="{BCF4F975-BAD3-4833-97F6-6A6A504C52A7}" presName="connTx" presStyleLbl="parChTrans1D2" presStyleIdx="0" presStyleCnt="6"/>
      <dgm:spPr/>
    </dgm:pt>
    <dgm:pt modelId="{CD494D95-CC95-4A50-86F9-B0E535855733}" type="pres">
      <dgm:prSet presAssocID="{7CA0D32A-ABAD-4D8B-8AAF-F7B92816E737}" presName="root2" presStyleCnt="0"/>
      <dgm:spPr/>
    </dgm:pt>
    <dgm:pt modelId="{B072EA5A-91C8-4C3E-A9FC-1F49EB34B608}" type="pres">
      <dgm:prSet presAssocID="{7CA0D32A-ABAD-4D8B-8AAF-F7B92816E737}" presName="LevelTwoTextNode" presStyleLbl="node2" presStyleIdx="0" presStyleCnt="6">
        <dgm:presLayoutVars>
          <dgm:chPref val="3"/>
        </dgm:presLayoutVars>
      </dgm:prSet>
      <dgm:spPr/>
    </dgm:pt>
    <dgm:pt modelId="{E847B55C-76C8-45AC-8B4E-A342CC8D54A6}" type="pres">
      <dgm:prSet presAssocID="{7CA0D32A-ABAD-4D8B-8AAF-F7B92816E737}" presName="level3hierChild" presStyleCnt="0"/>
      <dgm:spPr/>
    </dgm:pt>
    <dgm:pt modelId="{5D9592CB-D648-4CDE-87AF-63E9B2448F86}" type="pres">
      <dgm:prSet presAssocID="{8A38FBF9-469F-4993-A0F0-9E43D04C7B92}" presName="conn2-1" presStyleLbl="parChTrans1D2" presStyleIdx="1" presStyleCnt="6"/>
      <dgm:spPr/>
    </dgm:pt>
    <dgm:pt modelId="{F8FB0E1D-6112-4FB1-BBAE-653E78FE0401}" type="pres">
      <dgm:prSet presAssocID="{8A38FBF9-469F-4993-A0F0-9E43D04C7B92}" presName="connTx" presStyleLbl="parChTrans1D2" presStyleIdx="1" presStyleCnt="6"/>
      <dgm:spPr/>
    </dgm:pt>
    <dgm:pt modelId="{ED7ACD07-144A-40F6-97CD-E4CCAE89E0A1}" type="pres">
      <dgm:prSet presAssocID="{127D0D1A-59B6-4A67-8C4C-813C50781671}" presName="root2" presStyleCnt="0"/>
      <dgm:spPr/>
    </dgm:pt>
    <dgm:pt modelId="{13AD8855-DAA5-467A-9B92-89E05757E1F7}" type="pres">
      <dgm:prSet presAssocID="{127D0D1A-59B6-4A67-8C4C-813C50781671}" presName="LevelTwoTextNode" presStyleLbl="node2" presStyleIdx="1" presStyleCnt="6">
        <dgm:presLayoutVars>
          <dgm:chPref val="3"/>
        </dgm:presLayoutVars>
      </dgm:prSet>
      <dgm:spPr/>
    </dgm:pt>
    <dgm:pt modelId="{416B8495-8073-4B08-B70A-C17D538FD30D}" type="pres">
      <dgm:prSet presAssocID="{127D0D1A-59B6-4A67-8C4C-813C50781671}" presName="level3hierChild" presStyleCnt="0"/>
      <dgm:spPr/>
    </dgm:pt>
    <dgm:pt modelId="{97BE9A11-E1FE-4CFD-A130-5D3F95CC31EB}" type="pres">
      <dgm:prSet presAssocID="{9B6F0C0C-927C-4BBF-BF4F-C2D4708AC2E7}" presName="conn2-1" presStyleLbl="parChTrans1D2" presStyleIdx="2" presStyleCnt="6"/>
      <dgm:spPr/>
    </dgm:pt>
    <dgm:pt modelId="{583F3968-5A2C-418E-B855-37E0A7252BFA}" type="pres">
      <dgm:prSet presAssocID="{9B6F0C0C-927C-4BBF-BF4F-C2D4708AC2E7}" presName="connTx" presStyleLbl="parChTrans1D2" presStyleIdx="2" presStyleCnt="6"/>
      <dgm:spPr/>
    </dgm:pt>
    <dgm:pt modelId="{AB6BD141-2454-4732-844B-D1753829C7B2}" type="pres">
      <dgm:prSet presAssocID="{41F47DC2-4959-44A7-BF41-73DDDE886348}" presName="root2" presStyleCnt="0"/>
      <dgm:spPr/>
    </dgm:pt>
    <dgm:pt modelId="{D973B129-46C8-46DD-8A2B-500BA2F94B8C}" type="pres">
      <dgm:prSet presAssocID="{41F47DC2-4959-44A7-BF41-73DDDE886348}" presName="LevelTwoTextNode" presStyleLbl="node2" presStyleIdx="2" presStyleCnt="6">
        <dgm:presLayoutVars>
          <dgm:chPref val="3"/>
        </dgm:presLayoutVars>
      </dgm:prSet>
      <dgm:spPr/>
    </dgm:pt>
    <dgm:pt modelId="{AFDC7F50-9C93-4623-84E3-61B16756CE3D}" type="pres">
      <dgm:prSet presAssocID="{41F47DC2-4959-44A7-BF41-73DDDE886348}" presName="level3hierChild" presStyleCnt="0"/>
      <dgm:spPr/>
    </dgm:pt>
    <dgm:pt modelId="{C39805E8-21B0-4C4C-A2F8-F1A628E59A53}" type="pres">
      <dgm:prSet presAssocID="{94E6BAD0-3B02-4D7D-8E87-C882B686DF49}" presName="conn2-1" presStyleLbl="parChTrans1D2" presStyleIdx="3" presStyleCnt="6"/>
      <dgm:spPr/>
    </dgm:pt>
    <dgm:pt modelId="{CBC7FC07-5719-4A2F-A5D1-8C65F65962E8}" type="pres">
      <dgm:prSet presAssocID="{94E6BAD0-3B02-4D7D-8E87-C882B686DF49}" presName="connTx" presStyleLbl="parChTrans1D2" presStyleIdx="3" presStyleCnt="6"/>
      <dgm:spPr/>
    </dgm:pt>
    <dgm:pt modelId="{DC276D93-B60E-4D0C-AEDC-9FA1CF30B517}" type="pres">
      <dgm:prSet presAssocID="{1AE5D91E-6CB3-4C8D-A537-0DFDCE1687CF}" presName="root2" presStyleCnt="0"/>
      <dgm:spPr/>
    </dgm:pt>
    <dgm:pt modelId="{741D2BED-8B70-4271-9D22-4C1C68DCDF67}" type="pres">
      <dgm:prSet presAssocID="{1AE5D91E-6CB3-4C8D-A537-0DFDCE1687CF}" presName="LevelTwoTextNode" presStyleLbl="node2" presStyleIdx="3" presStyleCnt="6">
        <dgm:presLayoutVars>
          <dgm:chPref val="3"/>
        </dgm:presLayoutVars>
      </dgm:prSet>
      <dgm:spPr/>
    </dgm:pt>
    <dgm:pt modelId="{92EBCAB0-08BA-406C-B458-6EEECB2BF04B}" type="pres">
      <dgm:prSet presAssocID="{1AE5D91E-6CB3-4C8D-A537-0DFDCE1687CF}" presName="level3hierChild" presStyleCnt="0"/>
      <dgm:spPr/>
    </dgm:pt>
    <dgm:pt modelId="{B362062F-4E3E-4058-911A-A887E7BD7EFB}" type="pres">
      <dgm:prSet presAssocID="{6B8F5235-0F96-4A96-8CA0-03C84A175648}" presName="conn2-1" presStyleLbl="parChTrans1D2" presStyleIdx="4" presStyleCnt="6"/>
      <dgm:spPr/>
    </dgm:pt>
    <dgm:pt modelId="{073539D9-D5F4-4C15-907F-E198D8273D42}" type="pres">
      <dgm:prSet presAssocID="{6B8F5235-0F96-4A96-8CA0-03C84A175648}" presName="connTx" presStyleLbl="parChTrans1D2" presStyleIdx="4" presStyleCnt="6"/>
      <dgm:spPr/>
    </dgm:pt>
    <dgm:pt modelId="{3998235F-6EF1-4FD5-AAFF-8C05823A5CFE}" type="pres">
      <dgm:prSet presAssocID="{5F610ED8-F8D7-4E35-BB51-1A4CA6972341}" presName="root2" presStyleCnt="0"/>
      <dgm:spPr/>
    </dgm:pt>
    <dgm:pt modelId="{0CD1502D-CE2E-4527-ADF4-3E158BC01E47}" type="pres">
      <dgm:prSet presAssocID="{5F610ED8-F8D7-4E35-BB51-1A4CA6972341}" presName="LevelTwoTextNode" presStyleLbl="node2" presStyleIdx="4" presStyleCnt="6">
        <dgm:presLayoutVars>
          <dgm:chPref val="3"/>
        </dgm:presLayoutVars>
      </dgm:prSet>
      <dgm:spPr/>
    </dgm:pt>
    <dgm:pt modelId="{34DAD073-9133-4151-846B-DAB4AC7F158F}" type="pres">
      <dgm:prSet presAssocID="{5F610ED8-F8D7-4E35-BB51-1A4CA6972341}" presName="level3hierChild" presStyleCnt="0"/>
      <dgm:spPr/>
    </dgm:pt>
    <dgm:pt modelId="{52E93596-BB72-4785-9394-B3DF1C021EAC}" type="pres">
      <dgm:prSet presAssocID="{A9287BEB-185D-4960-9595-6BAAD3295470}" presName="conn2-1" presStyleLbl="parChTrans1D2" presStyleIdx="5" presStyleCnt="6"/>
      <dgm:spPr/>
    </dgm:pt>
    <dgm:pt modelId="{2F189708-4223-4B97-9CEB-F2E9A4E9C320}" type="pres">
      <dgm:prSet presAssocID="{A9287BEB-185D-4960-9595-6BAAD3295470}" presName="connTx" presStyleLbl="parChTrans1D2" presStyleIdx="5" presStyleCnt="6"/>
      <dgm:spPr/>
    </dgm:pt>
    <dgm:pt modelId="{8B804E1F-E245-41A0-BC68-C335135122A6}" type="pres">
      <dgm:prSet presAssocID="{F3CCC356-A416-4943-8EF8-1C10F00D4D71}" presName="root2" presStyleCnt="0"/>
      <dgm:spPr/>
    </dgm:pt>
    <dgm:pt modelId="{6C5B9AF1-369E-4004-8CE1-71AF85FDDC48}" type="pres">
      <dgm:prSet presAssocID="{F3CCC356-A416-4943-8EF8-1C10F00D4D71}" presName="LevelTwoTextNode" presStyleLbl="node2" presStyleIdx="5" presStyleCnt="6">
        <dgm:presLayoutVars>
          <dgm:chPref val="3"/>
        </dgm:presLayoutVars>
      </dgm:prSet>
      <dgm:spPr/>
    </dgm:pt>
    <dgm:pt modelId="{48C2BE32-8189-4271-9CCD-C7A39F9B92ED}" type="pres">
      <dgm:prSet presAssocID="{F3CCC356-A416-4943-8EF8-1C10F00D4D71}" presName="level3hierChild" presStyleCnt="0"/>
      <dgm:spPr/>
    </dgm:pt>
  </dgm:ptLst>
  <dgm:cxnLst>
    <dgm:cxn modelId="{D1ADEA1A-98DA-4709-B4C8-4D9E5FEC608D}" type="presOf" srcId="{7CA0D32A-ABAD-4D8B-8AAF-F7B92816E737}" destId="{B072EA5A-91C8-4C3E-A9FC-1F49EB34B608}" srcOrd="0" destOrd="0" presId="urn:microsoft.com/office/officeart/2005/8/layout/hierarchy2"/>
    <dgm:cxn modelId="{F2E6D92D-06B3-4FE6-9040-BCDAC5A10092}" type="presOf" srcId="{1AE5D91E-6CB3-4C8D-A537-0DFDCE1687CF}" destId="{741D2BED-8B70-4271-9D22-4C1C68DCDF67}" srcOrd="0" destOrd="0" presId="urn:microsoft.com/office/officeart/2005/8/layout/hierarchy2"/>
    <dgm:cxn modelId="{94CBCF60-F599-46DC-8AB1-CC5DD9B7DC4E}" srcId="{5A2DCEE9-4273-49AD-A6D9-3C7767F97328}" destId="{7CA0D32A-ABAD-4D8B-8AAF-F7B92816E737}" srcOrd="0" destOrd="0" parTransId="{BCF4F975-BAD3-4833-97F6-6A6A504C52A7}" sibTransId="{3A1D7285-D844-48D0-A06F-75E0DD61EDC5}"/>
    <dgm:cxn modelId="{3B0ADB41-85A6-4C52-98AC-4840ECB207D2}" type="presOf" srcId="{8A38FBF9-469F-4993-A0F0-9E43D04C7B92}" destId="{F8FB0E1D-6112-4FB1-BBAE-653E78FE0401}" srcOrd="1" destOrd="0" presId="urn:microsoft.com/office/officeart/2005/8/layout/hierarchy2"/>
    <dgm:cxn modelId="{668DE343-79CD-485F-9982-8AF8175A0557}" type="presOf" srcId="{9B6F0C0C-927C-4BBF-BF4F-C2D4708AC2E7}" destId="{583F3968-5A2C-418E-B855-37E0A7252BFA}" srcOrd="1" destOrd="0" presId="urn:microsoft.com/office/officeart/2005/8/layout/hierarchy2"/>
    <dgm:cxn modelId="{376F0551-15C4-4569-8FAA-1FF1D13D73CA}" type="presOf" srcId="{6B8F5235-0F96-4A96-8CA0-03C84A175648}" destId="{073539D9-D5F4-4C15-907F-E198D8273D42}" srcOrd="1" destOrd="0" presId="urn:microsoft.com/office/officeart/2005/8/layout/hierarchy2"/>
    <dgm:cxn modelId="{77F7F874-B879-4A2C-B49D-9006CD85A545}" type="presOf" srcId="{D48A4B8B-205C-4105-B65D-62CDD7311520}" destId="{CE96E8C9-82A7-4036-8680-D164DBF26EA8}" srcOrd="0" destOrd="0" presId="urn:microsoft.com/office/officeart/2005/8/layout/hierarchy2"/>
    <dgm:cxn modelId="{1FFCD655-B6EF-4D2C-95E2-F44707173EFE}" type="presOf" srcId="{127D0D1A-59B6-4A67-8C4C-813C50781671}" destId="{13AD8855-DAA5-467A-9B92-89E05757E1F7}" srcOrd="0" destOrd="0" presId="urn:microsoft.com/office/officeart/2005/8/layout/hierarchy2"/>
    <dgm:cxn modelId="{D50B8F7A-F412-4A58-A25D-73904993FFB7}" type="presOf" srcId="{F3CCC356-A416-4943-8EF8-1C10F00D4D71}" destId="{6C5B9AF1-369E-4004-8CE1-71AF85FDDC48}" srcOrd="0" destOrd="0" presId="urn:microsoft.com/office/officeart/2005/8/layout/hierarchy2"/>
    <dgm:cxn modelId="{96A7FC8A-362B-4F26-838E-AAE6688B5A15}" type="presOf" srcId="{A9287BEB-185D-4960-9595-6BAAD3295470}" destId="{2F189708-4223-4B97-9CEB-F2E9A4E9C320}" srcOrd="1" destOrd="0" presId="urn:microsoft.com/office/officeart/2005/8/layout/hierarchy2"/>
    <dgm:cxn modelId="{16ECC2AC-FCD4-4B16-B89C-EA73C68A7F19}" type="presOf" srcId="{6B8F5235-0F96-4A96-8CA0-03C84A175648}" destId="{B362062F-4E3E-4058-911A-A887E7BD7EFB}" srcOrd="0" destOrd="0" presId="urn:microsoft.com/office/officeart/2005/8/layout/hierarchy2"/>
    <dgm:cxn modelId="{2A467DAE-B34E-497E-9FC2-DB970606FE4B}" type="presOf" srcId="{9B6F0C0C-927C-4BBF-BF4F-C2D4708AC2E7}" destId="{97BE9A11-E1FE-4CFD-A130-5D3F95CC31EB}" srcOrd="0" destOrd="0" presId="urn:microsoft.com/office/officeart/2005/8/layout/hierarchy2"/>
    <dgm:cxn modelId="{05585BB3-DE5F-4D25-93E0-540C2943B3B9}" srcId="{5A2DCEE9-4273-49AD-A6D9-3C7767F97328}" destId="{5F610ED8-F8D7-4E35-BB51-1A4CA6972341}" srcOrd="4" destOrd="0" parTransId="{6B8F5235-0F96-4A96-8CA0-03C84A175648}" sibTransId="{BD36233F-C297-45A4-93C2-22C101647FDB}"/>
    <dgm:cxn modelId="{0C5C26B4-E96C-4724-9930-DC9184CF08F5}" type="presOf" srcId="{8A38FBF9-469F-4993-A0F0-9E43D04C7B92}" destId="{5D9592CB-D648-4CDE-87AF-63E9B2448F86}" srcOrd="0" destOrd="0" presId="urn:microsoft.com/office/officeart/2005/8/layout/hierarchy2"/>
    <dgm:cxn modelId="{EAC737BF-67C7-4282-9C0D-A4FFE864FEFE}" type="presOf" srcId="{BCF4F975-BAD3-4833-97F6-6A6A504C52A7}" destId="{FF058464-0FAC-4698-A889-7AE89AA9E429}" srcOrd="1" destOrd="0" presId="urn:microsoft.com/office/officeart/2005/8/layout/hierarchy2"/>
    <dgm:cxn modelId="{BA9E6FC1-36C6-473E-B78C-DBA34D2778AE}" type="presOf" srcId="{5A2DCEE9-4273-49AD-A6D9-3C7767F97328}" destId="{3DF59D5C-0C47-4C6D-9BE3-52A01E098871}" srcOrd="0" destOrd="0" presId="urn:microsoft.com/office/officeart/2005/8/layout/hierarchy2"/>
    <dgm:cxn modelId="{6DF4A1CB-87E7-429A-81DA-14D4536C0E7B}" type="presOf" srcId="{94E6BAD0-3B02-4D7D-8E87-C882B686DF49}" destId="{CBC7FC07-5719-4A2F-A5D1-8C65F65962E8}" srcOrd="1" destOrd="0" presId="urn:microsoft.com/office/officeart/2005/8/layout/hierarchy2"/>
    <dgm:cxn modelId="{C20B7ECD-611D-4591-8C8E-21A26BB3EE64}" srcId="{5A2DCEE9-4273-49AD-A6D9-3C7767F97328}" destId="{F3CCC356-A416-4943-8EF8-1C10F00D4D71}" srcOrd="5" destOrd="0" parTransId="{A9287BEB-185D-4960-9595-6BAAD3295470}" sibTransId="{B4B508D0-52E3-4078-9377-520428F4424C}"/>
    <dgm:cxn modelId="{59EB38CF-01BA-4667-9E03-ACBCA261D19C}" srcId="{D48A4B8B-205C-4105-B65D-62CDD7311520}" destId="{5A2DCEE9-4273-49AD-A6D9-3C7767F97328}" srcOrd="0" destOrd="0" parTransId="{137A2233-625A-42FF-BBCB-1922F5F7E771}" sibTransId="{5380D6B9-4AB5-4BCC-ACB9-5EC1384D05F3}"/>
    <dgm:cxn modelId="{0D1E21D2-FA60-4236-BDD3-B18F56FF3239}" srcId="{5A2DCEE9-4273-49AD-A6D9-3C7767F97328}" destId="{41F47DC2-4959-44A7-BF41-73DDDE886348}" srcOrd="2" destOrd="0" parTransId="{9B6F0C0C-927C-4BBF-BF4F-C2D4708AC2E7}" sibTransId="{11F30AA6-E060-4A76-8742-D60F12B3F8FA}"/>
    <dgm:cxn modelId="{C412BAD4-8AD2-4C8B-ADC9-5FC5E54644BB}" type="presOf" srcId="{41F47DC2-4959-44A7-BF41-73DDDE886348}" destId="{D973B129-46C8-46DD-8A2B-500BA2F94B8C}" srcOrd="0" destOrd="0" presId="urn:microsoft.com/office/officeart/2005/8/layout/hierarchy2"/>
    <dgm:cxn modelId="{A1BBB5D7-9C75-4302-999E-2A5C32CAB13D}" type="presOf" srcId="{BCF4F975-BAD3-4833-97F6-6A6A504C52A7}" destId="{A3AA1303-8330-4AE6-8856-08435FCB4C40}" srcOrd="0" destOrd="0" presId="urn:microsoft.com/office/officeart/2005/8/layout/hierarchy2"/>
    <dgm:cxn modelId="{0C7DD1D7-F951-45A5-994A-2467CA6B854B}" srcId="{5A2DCEE9-4273-49AD-A6D9-3C7767F97328}" destId="{127D0D1A-59B6-4A67-8C4C-813C50781671}" srcOrd="1" destOrd="0" parTransId="{8A38FBF9-469F-4993-A0F0-9E43D04C7B92}" sibTransId="{ACB598F5-55FC-4DD5-8D9A-354E583EB29F}"/>
    <dgm:cxn modelId="{A8B25EE4-D21D-48F3-9FC5-A748EFC40B5C}" srcId="{5A2DCEE9-4273-49AD-A6D9-3C7767F97328}" destId="{1AE5D91E-6CB3-4C8D-A537-0DFDCE1687CF}" srcOrd="3" destOrd="0" parTransId="{94E6BAD0-3B02-4D7D-8E87-C882B686DF49}" sibTransId="{51E02BDD-6A5F-4592-B602-68ADC61A569D}"/>
    <dgm:cxn modelId="{013DCBEC-4710-4F9A-8E6E-5CD5749659B3}" type="presOf" srcId="{94E6BAD0-3B02-4D7D-8E87-C882B686DF49}" destId="{C39805E8-21B0-4C4C-A2F8-F1A628E59A53}" srcOrd="0" destOrd="0" presId="urn:microsoft.com/office/officeart/2005/8/layout/hierarchy2"/>
    <dgm:cxn modelId="{097954F2-8757-42E0-A4AD-1334AB05BADF}" type="presOf" srcId="{A9287BEB-185D-4960-9595-6BAAD3295470}" destId="{52E93596-BB72-4785-9394-B3DF1C021EAC}" srcOrd="0" destOrd="0" presId="urn:microsoft.com/office/officeart/2005/8/layout/hierarchy2"/>
    <dgm:cxn modelId="{A6DD3AFB-EFD1-4361-944E-7F8DE4686CC9}" type="presOf" srcId="{5F610ED8-F8D7-4E35-BB51-1A4CA6972341}" destId="{0CD1502D-CE2E-4527-ADF4-3E158BC01E47}" srcOrd="0" destOrd="0" presId="urn:microsoft.com/office/officeart/2005/8/layout/hierarchy2"/>
    <dgm:cxn modelId="{3B87D12F-3C12-47CC-9FFE-0FEF572FA8BB}" type="presParOf" srcId="{CE96E8C9-82A7-4036-8680-D164DBF26EA8}" destId="{3D33CD2B-7C42-4192-A475-56000A1576F9}" srcOrd="0" destOrd="0" presId="urn:microsoft.com/office/officeart/2005/8/layout/hierarchy2"/>
    <dgm:cxn modelId="{A14F1041-742F-4B45-8907-828DA92D647A}" type="presParOf" srcId="{3D33CD2B-7C42-4192-A475-56000A1576F9}" destId="{3DF59D5C-0C47-4C6D-9BE3-52A01E098871}" srcOrd="0" destOrd="0" presId="urn:microsoft.com/office/officeart/2005/8/layout/hierarchy2"/>
    <dgm:cxn modelId="{D9802D66-185D-4DAD-BD85-0540575E000C}" type="presParOf" srcId="{3D33CD2B-7C42-4192-A475-56000A1576F9}" destId="{2EB9180C-8B5F-42C0-8001-8FFD1B41EA78}" srcOrd="1" destOrd="0" presId="urn:microsoft.com/office/officeart/2005/8/layout/hierarchy2"/>
    <dgm:cxn modelId="{5AB99182-B86F-45ED-A2A8-FAAF5427050A}" type="presParOf" srcId="{2EB9180C-8B5F-42C0-8001-8FFD1B41EA78}" destId="{A3AA1303-8330-4AE6-8856-08435FCB4C40}" srcOrd="0" destOrd="0" presId="urn:microsoft.com/office/officeart/2005/8/layout/hierarchy2"/>
    <dgm:cxn modelId="{27EFD867-11D7-43F5-A722-92EC47DC05EE}" type="presParOf" srcId="{A3AA1303-8330-4AE6-8856-08435FCB4C40}" destId="{FF058464-0FAC-4698-A889-7AE89AA9E429}" srcOrd="0" destOrd="0" presId="urn:microsoft.com/office/officeart/2005/8/layout/hierarchy2"/>
    <dgm:cxn modelId="{431ED5AF-699F-4EE9-A064-E3A89455240C}" type="presParOf" srcId="{2EB9180C-8B5F-42C0-8001-8FFD1B41EA78}" destId="{CD494D95-CC95-4A50-86F9-B0E535855733}" srcOrd="1" destOrd="0" presId="urn:microsoft.com/office/officeart/2005/8/layout/hierarchy2"/>
    <dgm:cxn modelId="{8478FC8C-9A43-4629-9503-34667C87F3C8}" type="presParOf" srcId="{CD494D95-CC95-4A50-86F9-B0E535855733}" destId="{B072EA5A-91C8-4C3E-A9FC-1F49EB34B608}" srcOrd="0" destOrd="0" presId="urn:microsoft.com/office/officeart/2005/8/layout/hierarchy2"/>
    <dgm:cxn modelId="{5F3FEB0B-5152-49FF-A2B5-E8DEC6D509DD}" type="presParOf" srcId="{CD494D95-CC95-4A50-86F9-B0E535855733}" destId="{E847B55C-76C8-45AC-8B4E-A342CC8D54A6}" srcOrd="1" destOrd="0" presId="urn:microsoft.com/office/officeart/2005/8/layout/hierarchy2"/>
    <dgm:cxn modelId="{90607038-649D-42B6-A054-DA0E009B48EA}" type="presParOf" srcId="{2EB9180C-8B5F-42C0-8001-8FFD1B41EA78}" destId="{5D9592CB-D648-4CDE-87AF-63E9B2448F86}" srcOrd="2" destOrd="0" presId="urn:microsoft.com/office/officeart/2005/8/layout/hierarchy2"/>
    <dgm:cxn modelId="{99DD2F17-8796-4C9C-974C-0D84A2E3E0E3}" type="presParOf" srcId="{5D9592CB-D648-4CDE-87AF-63E9B2448F86}" destId="{F8FB0E1D-6112-4FB1-BBAE-653E78FE0401}" srcOrd="0" destOrd="0" presId="urn:microsoft.com/office/officeart/2005/8/layout/hierarchy2"/>
    <dgm:cxn modelId="{3020617C-5445-4DCD-AB94-10DF83108829}" type="presParOf" srcId="{2EB9180C-8B5F-42C0-8001-8FFD1B41EA78}" destId="{ED7ACD07-144A-40F6-97CD-E4CCAE89E0A1}" srcOrd="3" destOrd="0" presId="urn:microsoft.com/office/officeart/2005/8/layout/hierarchy2"/>
    <dgm:cxn modelId="{41757919-2756-4FE8-BDDD-DFDC9FEEF141}" type="presParOf" srcId="{ED7ACD07-144A-40F6-97CD-E4CCAE89E0A1}" destId="{13AD8855-DAA5-467A-9B92-89E05757E1F7}" srcOrd="0" destOrd="0" presId="urn:microsoft.com/office/officeart/2005/8/layout/hierarchy2"/>
    <dgm:cxn modelId="{57F98D02-7AC0-41E3-8397-68498D0EF19E}" type="presParOf" srcId="{ED7ACD07-144A-40F6-97CD-E4CCAE89E0A1}" destId="{416B8495-8073-4B08-B70A-C17D538FD30D}" srcOrd="1" destOrd="0" presId="urn:microsoft.com/office/officeart/2005/8/layout/hierarchy2"/>
    <dgm:cxn modelId="{B6518EF6-2D53-4E92-890F-1B027622763F}" type="presParOf" srcId="{2EB9180C-8B5F-42C0-8001-8FFD1B41EA78}" destId="{97BE9A11-E1FE-4CFD-A130-5D3F95CC31EB}" srcOrd="4" destOrd="0" presId="urn:microsoft.com/office/officeart/2005/8/layout/hierarchy2"/>
    <dgm:cxn modelId="{DB84B13C-F1FD-4D0F-80F0-A83355BDA403}" type="presParOf" srcId="{97BE9A11-E1FE-4CFD-A130-5D3F95CC31EB}" destId="{583F3968-5A2C-418E-B855-37E0A7252BFA}" srcOrd="0" destOrd="0" presId="urn:microsoft.com/office/officeart/2005/8/layout/hierarchy2"/>
    <dgm:cxn modelId="{8B090206-E7DC-4C40-96F7-A770A918E30C}" type="presParOf" srcId="{2EB9180C-8B5F-42C0-8001-8FFD1B41EA78}" destId="{AB6BD141-2454-4732-844B-D1753829C7B2}" srcOrd="5" destOrd="0" presId="urn:microsoft.com/office/officeart/2005/8/layout/hierarchy2"/>
    <dgm:cxn modelId="{568366D9-36E7-4CE3-AB9B-AEE2C03B1022}" type="presParOf" srcId="{AB6BD141-2454-4732-844B-D1753829C7B2}" destId="{D973B129-46C8-46DD-8A2B-500BA2F94B8C}" srcOrd="0" destOrd="0" presId="urn:microsoft.com/office/officeart/2005/8/layout/hierarchy2"/>
    <dgm:cxn modelId="{D3EFA725-BCD7-47F0-9878-98F64AF06011}" type="presParOf" srcId="{AB6BD141-2454-4732-844B-D1753829C7B2}" destId="{AFDC7F50-9C93-4623-84E3-61B16756CE3D}" srcOrd="1" destOrd="0" presId="urn:microsoft.com/office/officeart/2005/8/layout/hierarchy2"/>
    <dgm:cxn modelId="{A7E3405E-FFEC-42A7-A18E-28744CB32CA2}" type="presParOf" srcId="{2EB9180C-8B5F-42C0-8001-8FFD1B41EA78}" destId="{C39805E8-21B0-4C4C-A2F8-F1A628E59A53}" srcOrd="6" destOrd="0" presId="urn:microsoft.com/office/officeart/2005/8/layout/hierarchy2"/>
    <dgm:cxn modelId="{37ECAC79-6FAF-4E84-965A-08311720E7D3}" type="presParOf" srcId="{C39805E8-21B0-4C4C-A2F8-F1A628E59A53}" destId="{CBC7FC07-5719-4A2F-A5D1-8C65F65962E8}" srcOrd="0" destOrd="0" presId="urn:microsoft.com/office/officeart/2005/8/layout/hierarchy2"/>
    <dgm:cxn modelId="{34E9A139-B46F-4FA8-93A8-55CE6AED7578}" type="presParOf" srcId="{2EB9180C-8B5F-42C0-8001-8FFD1B41EA78}" destId="{DC276D93-B60E-4D0C-AEDC-9FA1CF30B517}" srcOrd="7" destOrd="0" presId="urn:microsoft.com/office/officeart/2005/8/layout/hierarchy2"/>
    <dgm:cxn modelId="{604879A6-D3C9-4991-87F5-2FC73CF24DC1}" type="presParOf" srcId="{DC276D93-B60E-4D0C-AEDC-9FA1CF30B517}" destId="{741D2BED-8B70-4271-9D22-4C1C68DCDF67}" srcOrd="0" destOrd="0" presId="urn:microsoft.com/office/officeart/2005/8/layout/hierarchy2"/>
    <dgm:cxn modelId="{BE14AD3F-059F-4044-92EB-82B3611BD893}" type="presParOf" srcId="{DC276D93-B60E-4D0C-AEDC-9FA1CF30B517}" destId="{92EBCAB0-08BA-406C-B458-6EEECB2BF04B}" srcOrd="1" destOrd="0" presId="urn:microsoft.com/office/officeart/2005/8/layout/hierarchy2"/>
    <dgm:cxn modelId="{80206444-1A09-46BF-9F68-0990C8BA0B69}" type="presParOf" srcId="{2EB9180C-8B5F-42C0-8001-8FFD1B41EA78}" destId="{B362062F-4E3E-4058-911A-A887E7BD7EFB}" srcOrd="8" destOrd="0" presId="urn:microsoft.com/office/officeart/2005/8/layout/hierarchy2"/>
    <dgm:cxn modelId="{432B5A12-11C9-49FA-B35A-8EBF203D5865}" type="presParOf" srcId="{B362062F-4E3E-4058-911A-A887E7BD7EFB}" destId="{073539D9-D5F4-4C15-907F-E198D8273D42}" srcOrd="0" destOrd="0" presId="urn:microsoft.com/office/officeart/2005/8/layout/hierarchy2"/>
    <dgm:cxn modelId="{999095E2-985E-40DE-B131-EA4F6FC6C79E}" type="presParOf" srcId="{2EB9180C-8B5F-42C0-8001-8FFD1B41EA78}" destId="{3998235F-6EF1-4FD5-AAFF-8C05823A5CFE}" srcOrd="9" destOrd="0" presId="urn:microsoft.com/office/officeart/2005/8/layout/hierarchy2"/>
    <dgm:cxn modelId="{1E7EE157-CC1B-4D3F-B22B-52523E73829B}" type="presParOf" srcId="{3998235F-6EF1-4FD5-AAFF-8C05823A5CFE}" destId="{0CD1502D-CE2E-4527-ADF4-3E158BC01E47}" srcOrd="0" destOrd="0" presId="urn:microsoft.com/office/officeart/2005/8/layout/hierarchy2"/>
    <dgm:cxn modelId="{7315EF8B-A64A-4651-9375-261DC37538AE}" type="presParOf" srcId="{3998235F-6EF1-4FD5-AAFF-8C05823A5CFE}" destId="{34DAD073-9133-4151-846B-DAB4AC7F158F}" srcOrd="1" destOrd="0" presId="urn:microsoft.com/office/officeart/2005/8/layout/hierarchy2"/>
    <dgm:cxn modelId="{485C2B65-6EC4-4223-91BF-BB391A09F0B0}" type="presParOf" srcId="{2EB9180C-8B5F-42C0-8001-8FFD1B41EA78}" destId="{52E93596-BB72-4785-9394-B3DF1C021EAC}" srcOrd="10" destOrd="0" presId="urn:microsoft.com/office/officeart/2005/8/layout/hierarchy2"/>
    <dgm:cxn modelId="{C38516A3-A937-4A90-B316-D49E05BB5F37}" type="presParOf" srcId="{52E93596-BB72-4785-9394-B3DF1C021EAC}" destId="{2F189708-4223-4B97-9CEB-F2E9A4E9C320}" srcOrd="0" destOrd="0" presId="urn:microsoft.com/office/officeart/2005/8/layout/hierarchy2"/>
    <dgm:cxn modelId="{A03F4227-0DCB-4010-8E85-4F8BC69912BE}" type="presParOf" srcId="{2EB9180C-8B5F-42C0-8001-8FFD1B41EA78}" destId="{8B804E1F-E245-41A0-BC68-C335135122A6}" srcOrd="11" destOrd="0" presId="urn:microsoft.com/office/officeart/2005/8/layout/hierarchy2"/>
    <dgm:cxn modelId="{31A9B7CF-2A28-454B-B238-BB3FE00605A3}" type="presParOf" srcId="{8B804E1F-E245-41A0-BC68-C335135122A6}" destId="{6C5B9AF1-369E-4004-8CE1-71AF85FDDC48}" srcOrd="0" destOrd="0" presId="urn:microsoft.com/office/officeart/2005/8/layout/hierarchy2"/>
    <dgm:cxn modelId="{9D94B190-3133-43FD-AA64-0B870FB44B35}" type="presParOf" srcId="{8B804E1F-E245-41A0-BC68-C335135122A6}" destId="{48C2BE32-8189-4271-9CCD-C7A39F9B92ED}"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3E7D87-A27E-47A4-A792-492B00F3C26A}">
      <dsp:nvSpPr>
        <dsp:cNvPr id="0" name=""/>
        <dsp:cNvSpPr/>
      </dsp:nvSpPr>
      <dsp:spPr>
        <a:xfrm>
          <a:off x="1982704" y="640969"/>
          <a:ext cx="4264191" cy="4264191"/>
        </a:xfrm>
        <a:prstGeom prst="blockArc">
          <a:avLst>
            <a:gd name="adj1" fmla="val 9000000"/>
            <a:gd name="adj2" fmla="val 16200000"/>
            <a:gd name="adj3" fmla="val 4640"/>
          </a:avLst>
        </a:prstGeom>
        <a:gradFill rotWithShape="0">
          <a:gsLst>
            <a:gs pos="0">
              <a:schemeClr val="accent3">
                <a:hueOff val="5732095"/>
                <a:satOff val="7200"/>
                <a:lumOff val="-785"/>
                <a:alphaOff val="0"/>
                <a:satMod val="103000"/>
                <a:lumMod val="102000"/>
                <a:tint val="94000"/>
              </a:schemeClr>
            </a:gs>
            <a:gs pos="50000">
              <a:schemeClr val="accent3">
                <a:hueOff val="5732095"/>
                <a:satOff val="7200"/>
                <a:lumOff val="-785"/>
                <a:alphaOff val="0"/>
                <a:satMod val="110000"/>
                <a:lumMod val="100000"/>
                <a:shade val="100000"/>
              </a:schemeClr>
            </a:gs>
            <a:gs pos="100000">
              <a:schemeClr val="accent3">
                <a:hueOff val="5732095"/>
                <a:satOff val="7200"/>
                <a:lumOff val="-78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0876FCB-DCEB-4E35-925D-BF13C2ADCB67}">
      <dsp:nvSpPr>
        <dsp:cNvPr id="0" name=""/>
        <dsp:cNvSpPr/>
      </dsp:nvSpPr>
      <dsp:spPr>
        <a:xfrm>
          <a:off x="1982704" y="640969"/>
          <a:ext cx="4264191" cy="4264191"/>
        </a:xfrm>
        <a:prstGeom prst="blockArc">
          <a:avLst>
            <a:gd name="adj1" fmla="val 1800000"/>
            <a:gd name="adj2" fmla="val 9000000"/>
            <a:gd name="adj3" fmla="val 4640"/>
          </a:avLst>
        </a:prstGeom>
        <a:gradFill rotWithShape="0">
          <a:gsLst>
            <a:gs pos="0">
              <a:schemeClr val="accent3">
                <a:hueOff val="2866047"/>
                <a:satOff val="3600"/>
                <a:lumOff val="-393"/>
                <a:alphaOff val="0"/>
                <a:satMod val="103000"/>
                <a:lumMod val="102000"/>
                <a:tint val="94000"/>
              </a:schemeClr>
            </a:gs>
            <a:gs pos="50000">
              <a:schemeClr val="accent3">
                <a:hueOff val="2866047"/>
                <a:satOff val="3600"/>
                <a:lumOff val="-393"/>
                <a:alphaOff val="0"/>
                <a:satMod val="110000"/>
                <a:lumMod val="100000"/>
                <a:shade val="100000"/>
              </a:schemeClr>
            </a:gs>
            <a:gs pos="100000">
              <a:schemeClr val="accent3">
                <a:hueOff val="2866047"/>
                <a:satOff val="3600"/>
                <a:lumOff val="-39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DF7FBAC-0A84-41F3-B06F-ECE8E17F2BCC}">
      <dsp:nvSpPr>
        <dsp:cNvPr id="0" name=""/>
        <dsp:cNvSpPr/>
      </dsp:nvSpPr>
      <dsp:spPr>
        <a:xfrm>
          <a:off x="1982704" y="640969"/>
          <a:ext cx="4264191" cy="4264191"/>
        </a:xfrm>
        <a:prstGeom prst="blockArc">
          <a:avLst>
            <a:gd name="adj1" fmla="val 16200000"/>
            <a:gd name="adj2" fmla="val 1800000"/>
            <a:gd name="adj3" fmla="val 464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DB89668-B612-4ED5-B3B5-93497FC5AB0C}">
      <dsp:nvSpPr>
        <dsp:cNvPr id="0" name=""/>
        <dsp:cNvSpPr/>
      </dsp:nvSpPr>
      <dsp:spPr>
        <a:xfrm>
          <a:off x="3133315" y="1791580"/>
          <a:ext cx="1962968" cy="1962968"/>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s-MX" sz="1600" kern="1200" dirty="0"/>
            <a:t>Contenido</a:t>
          </a:r>
        </a:p>
      </dsp:txBody>
      <dsp:txXfrm>
        <a:off x="3420785" y="2079050"/>
        <a:ext cx="1388028" cy="1388028"/>
      </dsp:txXfrm>
    </dsp:sp>
    <dsp:sp modelId="{44E673B0-F9BD-469D-A682-7F355BF659F2}">
      <dsp:nvSpPr>
        <dsp:cNvPr id="0" name=""/>
        <dsp:cNvSpPr/>
      </dsp:nvSpPr>
      <dsp:spPr>
        <a:xfrm>
          <a:off x="3427761" y="3396"/>
          <a:ext cx="1374077" cy="1374077"/>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s-MX" sz="1600" kern="1200" dirty="0">
              <a:latin typeface="Corbel"/>
              <a:ea typeface="+mn-ea"/>
              <a:cs typeface="+mn-cs"/>
            </a:rPr>
            <a:t>Proceso de Diseño de Base de Datos</a:t>
          </a:r>
        </a:p>
      </dsp:txBody>
      <dsp:txXfrm>
        <a:off x="3628990" y="204625"/>
        <a:ext cx="971619" cy="971619"/>
      </dsp:txXfrm>
    </dsp:sp>
    <dsp:sp modelId="{82C40FAB-24EB-47C3-8C76-E7C60B8A1030}">
      <dsp:nvSpPr>
        <dsp:cNvPr id="0" name=""/>
        <dsp:cNvSpPr/>
      </dsp:nvSpPr>
      <dsp:spPr>
        <a:xfrm>
          <a:off x="5231370" y="3127340"/>
          <a:ext cx="1374077" cy="1374077"/>
        </a:xfrm>
        <a:prstGeom prst="ellipse">
          <a:avLst/>
        </a:prstGeom>
        <a:gradFill rotWithShape="0">
          <a:gsLst>
            <a:gs pos="0">
              <a:schemeClr val="accent3">
                <a:hueOff val="2866047"/>
                <a:satOff val="3600"/>
                <a:lumOff val="-393"/>
                <a:alphaOff val="0"/>
                <a:satMod val="103000"/>
                <a:lumMod val="102000"/>
                <a:tint val="94000"/>
              </a:schemeClr>
            </a:gs>
            <a:gs pos="50000">
              <a:schemeClr val="accent3">
                <a:hueOff val="2866047"/>
                <a:satOff val="3600"/>
                <a:lumOff val="-393"/>
                <a:alphaOff val="0"/>
                <a:satMod val="110000"/>
                <a:lumMod val="100000"/>
                <a:shade val="100000"/>
              </a:schemeClr>
            </a:gs>
            <a:gs pos="100000">
              <a:schemeClr val="accent3">
                <a:hueOff val="2866047"/>
                <a:satOff val="3600"/>
                <a:lumOff val="-39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s-MX" sz="2200" b="1" kern="1200" dirty="0"/>
            <a:t>Modelo E-R</a:t>
          </a:r>
        </a:p>
      </dsp:txBody>
      <dsp:txXfrm>
        <a:off x="5432599" y="3328569"/>
        <a:ext cx="971619" cy="971619"/>
      </dsp:txXfrm>
    </dsp:sp>
    <dsp:sp modelId="{F2FE8E4F-0B7E-4285-8403-6EF553313F54}">
      <dsp:nvSpPr>
        <dsp:cNvPr id="0" name=""/>
        <dsp:cNvSpPr/>
      </dsp:nvSpPr>
      <dsp:spPr>
        <a:xfrm>
          <a:off x="1624151" y="3127340"/>
          <a:ext cx="1374077" cy="1374077"/>
        </a:xfrm>
        <a:prstGeom prst="ellipse">
          <a:avLst/>
        </a:prstGeom>
        <a:gradFill rotWithShape="0">
          <a:gsLst>
            <a:gs pos="0">
              <a:schemeClr val="accent3">
                <a:hueOff val="5732095"/>
                <a:satOff val="7200"/>
                <a:lumOff val="-785"/>
                <a:alphaOff val="0"/>
                <a:satMod val="103000"/>
                <a:lumMod val="102000"/>
                <a:tint val="94000"/>
              </a:schemeClr>
            </a:gs>
            <a:gs pos="50000">
              <a:schemeClr val="accent3">
                <a:hueOff val="5732095"/>
                <a:satOff val="7200"/>
                <a:lumOff val="-785"/>
                <a:alphaOff val="0"/>
                <a:satMod val="110000"/>
                <a:lumMod val="100000"/>
                <a:shade val="100000"/>
              </a:schemeClr>
            </a:gs>
            <a:gs pos="100000">
              <a:schemeClr val="accent3">
                <a:hueOff val="5732095"/>
                <a:satOff val="7200"/>
                <a:lumOff val="-78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s-MX" sz="2200" kern="1200" dirty="0"/>
            <a:t>Modelo EE-R</a:t>
          </a:r>
        </a:p>
      </dsp:txBody>
      <dsp:txXfrm>
        <a:off x="1825380" y="3328569"/>
        <a:ext cx="971619" cy="9716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A34661-0BBC-4821-967B-1F8E93F0213D}">
      <dsp:nvSpPr>
        <dsp:cNvPr id="0" name=""/>
        <dsp:cNvSpPr/>
      </dsp:nvSpPr>
      <dsp:spPr>
        <a:xfrm>
          <a:off x="617219" y="0"/>
          <a:ext cx="6995160" cy="4525962"/>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C0F430-9C5F-43A0-901C-8DC39214AC7B}">
      <dsp:nvSpPr>
        <dsp:cNvPr id="0" name=""/>
        <dsp:cNvSpPr/>
      </dsp:nvSpPr>
      <dsp:spPr>
        <a:xfrm>
          <a:off x="4118" y="1357788"/>
          <a:ext cx="1981051" cy="181038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MX" sz="1700" kern="1200" dirty="0"/>
            <a:t>1. Análisis y recolección de requerimientos</a:t>
          </a:r>
        </a:p>
      </dsp:txBody>
      <dsp:txXfrm>
        <a:off x="92494" y="1446164"/>
        <a:ext cx="1804299" cy="1633632"/>
      </dsp:txXfrm>
    </dsp:sp>
    <dsp:sp modelId="{04E9D448-BD60-4CEE-9141-B94ACDFBD48F}">
      <dsp:nvSpPr>
        <dsp:cNvPr id="0" name=""/>
        <dsp:cNvSpPr/>
      </dsp:nvSpPr>
      <dsp:spPr>
        <a:xfrm>
          <a:off x="2084222" y="1357788"/>
          <a:ext cx="1981051" cy="181038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MX" sz="1700" kern="1200" dirty="0"/>
            <a:t>2. Crear un esquema conceptual para la base de datos (Diseño Conceptual)</a:t>
          </a:r>
        </a:p>
      </dsp:txBody>
      <dsp:txXfrm>
        <a:off x="2172598" y="1446164"/>
        <a:ext cx="1804299" cy="1633632"/>
      </dsp:txXfrm>
    </dsp:sp>
    <dsp:sp modelId="{1CFC5799-6AC7-40EE-B70C-E08BFBA4DC99}">
      <dsp:nvSpPr>
        <dsp:cNvPr id="0" name=""/>
        <dsp:cNvSpPr/>
      </dsp:nvSpPr>
      <dsp:spPr>
        <a:xfrm>
          <a:off x="4164326" y="1357788"/>
          <a:ext cx="1981051" cy="1810384"/>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MX" sz="1700" kern="1200" dirty="0"/>
            <a:t>3.Diseño lógico o mapeo del modelo de datos </a:t>
          </a:r>
        </a:p>
      </dsp:txBody>
      <dsp:txXfrm>
        <a:off x="4252702" y="1446164"/>
        <a:ext cx="1804299" cy="1633632"/>
      </dsp:txXfrm>
    </dsp:sp>
    <dsp:sp modelId="{48286E0E-6D67-449F-8255-986DD8841CA4}">
      <dsp:nvSpPr>
        <dsp:cNvPr id="0" name=""/>
        <dsp:cNvSpPr/>
      </dsp:nvSpPr>
      <dsp:spPr>
        <a:xfrm>
          <a:off x="6248548" y="1357788"/>
          <a:ext cx="1981051" cy="181038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MX" sz="1700" kern="1200" dirty="0"/>
            <a:t>4. Diseño Físico </a:t>
          </a:r>
        </a:p>
      </dsp:txBody>
      <dsp:txXfrm>
        <a:off x="6336924" y="1446164"/>
        <a:ext cx="1804299" cy="16336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D29DBD-7060-4532-A116-F2BB38E754C1}">
      <dsp:nvSpPr>
        <dsp:cNvPr id="0" name=""/>
        <dsp:cNvSpPr/>
      </dsp:nvSpPr>
      <dsp:spPr>
        <a:xfrm rot="5400000">
          <a:off x="-403845" y="405488"/>
          <a:ext cx="2692300" cy="1884610"/>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s-MX" sz="900" kern="1200" dirty="0"/>
            <a:t>1. Análisis y recolección de </a:t>
          </a:r>
          <a:r>
            <a:rPr lang="es-MX" sz="1000" kern="1200" dirty="0"/>
            <a:t>requerimientos</a:t>
          </a:r>
          <a:endParaRPr lang="es-MX" sz="900" kern="1200" dirty="0"/>
        </a:p>
      </dsp:txBody>
      <dsp:txXfrm rot="-5400000">
        <a:off x="0" y="943948"/>
        <a:ext cx="1884610" cy="807690"/>
      </dsp:txXfrm>
    </dsp:sp>
    <dsp:sp modelId="{4D9AA224-6D50-4E5D-9836-11EA3BF5288D}">
      <dsp:nvSpPr>
        <dsp:cNvPr id="0" name=""/>
        <dsp:cNvSpPr/>
      </dsp:nvSpPr>
      <dsp:spPr>
        <a:xfrm rot="5400000">
          <a:off x="5439407" y="-3553154"/>
          <a:ext cx="1749995" cy="8859589"/>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s-MX" sz="1500" kern="1200" dirty="0"/>
            <a:t>Durante este paso, el diseñador de base de datos entrevista a los prospectos usuarios de la base de datos para entender y documentar sus requerimientos de datos para la base de datos. </a:t>
          </a:r>
        </a:p>
        <a:p>
          <a:pPr marL="114300" lvl="1" indent="-114300" algn="l" defTabSz="666750">
            <a:lnSpc>
              <a:spcPct val="90000"/>
            </a:lnSpc>
            <a:spcBef>
              <a:spcPct val="0"/>
            </a:spcBef>
            <a:spcAft>
              <a:spcPct val="15000"/>
            </a:spcAft>
            <a:buChar char="•"/>
          </a:pPr>
          <a:r>
            <a:rPr lang="es-MX" sz="1500" kern="1200" dirty="0"/>
            <a:t>El resultado es un conjunto de formas escritas de los requisitos de los usuarios de forma detallada y completa</a:t>
          </a:r>
        </a:p>
      </dsp:txBody>
      <dsp:txXfrm rot="-5400000">
        <a:off x="1884610" y="87071"/>
        <a:ext cx="8774161" cy="1579139"/>
      </dsp:txXfrm>
    </dsp:sp>
    <dsp:sp modelId="{D51B870A-E2AA-4568-9994-B21FDAB69B35}">
      <dsp:nvSpPr>
        <dsp:cNvPr id="0" name=""/>
        <dsp:cNvSpPr/>
      </dsp:nvSpPr>
      <dsp:spPr>
        <a:xfrm rot="5400000">
          <a:off x="-403845" y="2815301"/>
          <a:ext cx="2692300" cy="1884610"/>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s-MX" sz="800" kern="1200" dirty="0"/>
            <a:t>2. Crear un esquema conceptual para la base de datos (Diseño Conceptual)</a:t>
          </a:r>
        </a:p>
      </dsp:txBody>
      <dsp:txXfrm rot="-5400000">
        <a:off x="0" y="3353761"/>
        <a:ext cx="1884610" cy="807690"/>
      </dsp:txXfrm>
    </dsp:sp>
    <dsp:sp modelId="{94DD0688-DFF0-4AAF-9832-423BC487EE37}">
      <dsp:nvSpPr>
        <dsp:cNvPr id="0" name=""/>
        <dsp:cNvSpPr/>
      </dsp:nvSpPr>
      <dsp:spPr>
        <a:xfrm rot="5400000">
          <a:off x="5439407" y="-1143340"/>
          <a:ext cx="1749995" cy="8859589"/>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s-MX" sz="1500" kern="1200" dirty="0"/>
            <a:t>El esquema conceptual es una descripción concisa de los requisitos de datos de los usuarios e incluye una descripción detallada de los tipos de entidades, relaciones y restricciones; éstos se expresan utilizando los conceptos proporcionados por el modelo de datos de alto nivel.</a:t>
          </a:r>
        </a:p>
        <a:p>
          <a:pPr marL="114300" lvl="1" indent="-114300" algn="l" defTabSz="666750">
            <a:lnSpc>
              <a:spcPct val="90000"/>
            </a:lnSpc>
            <a:spcBef>
              <a:spcPct val="0"/>
            </a:spcBef>
            <a:spcAft>
              <a:spcPct val="15000"/>
            </a:spcAft>
            <a:buChar char="•"/>
          </a:pPr>
          <a:r>
            <a:rPr lang="es-MX" sz="1500" kern="1200" dirty="0"/>
            <a:t>Debido a que estos conceptos no incluyen detalles de implementación, por lo general son más fáciles de entender y se pueden usar para comunicarse con los usuarios no técnicos.</a:t>
          </a:r>
        </a:p>
        <a:p>
          <a:pPr marL="114300" lvl="1" indent="-114300" algn="l" defTabSz="666750">
            <a:lnSpc>
              <a:spcPct val="90000"/>
            </a:lnSpc>
            <a:spcBef>
              <a:spcPct val="0"/>
            </a:spcBef>
            <a:spcAft>
              <a:spcPct val="15000"/>
            </a:spcAft>
            <a:buChar char="•"/>
          </a:pPr>
          <a:r>
            <a:rPr lang="es-MX" sz="1500" kern="1200" dirty="0"/>
            <a:t>El esquema conceptual de alto nivel también se puede utilizar como una referencia para asegurar que se cumplen los requisitos de datos de todos los usuarios y que los requisitos no están en conflicto</a:t>
          </a:r>
        </a:p>
      </dsp:txBody>
      <dsp:txXfrm rot="-5400000">
        <a:off x="1884610" y="2496885"/>
        <a:ext cx="8774161" cy="15791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D29DBD-7060-4532-A116-F2BB38E754C1}">
      <dsp:nvSpPr>
        <dsp:cNvPr id="0" name=""/>
        <dsp:cNvSpPr/>
      </dsp:nvSpPr>
      <dsp:spPr>
        <a:xfrm rot="5400000">
          <a:off x="-259003" y="410499"/>
          <a:ext cx="2234654" cy="1564258"/>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s-MX" sz="900" kern="1200" dirty="0"/>
            <a:t>3.Diseño lógico o mapeo del modelo de datos </a:t>
          </a:r>
        </a:p>
      </dsp:txBody>
      <dsp:txXfrm rot="-5400000">
        <a:off x="76195" y="857430"/>
        <a:ext cx="1564258" cy="670396"/>
      </dsp:txXfrm>
    </dsp:sp>
    <dsp:sp modelId="{4D9AA224-6D50-4E5D-9836-11EA3BF5288D}">
      <dsp:nvSpPr>
        <dsp:cNvPr id="0" name=""/>
        <dsp:cNvSpPr/>
      </dsp:nvSpPr>
      <dsp:spPr>
        <a:xfrm rot="5400000">
          <a:off x="5199366" y="-3631449"/>
          <a:ext cx="1452525" cy="8722741"/>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s-MX" sz="1700" kern="1200" dirty="0"/>
            <a:t>El diseño de base de datos es la aplicación real de la base de datos, utilizando un DBMS comercial.</a:t>
          </a:r>
        </a:p>
        <a:p>
          <a:pPr marL="171450" lvl="1" indent="-171450" algn="l" defTabSz="755650">
            <a:lnSpc>
              <a:spcPct val="90000"/>
            </a:lnSpc>
            <a:spcBef>
              <a:spcPct val="0"/>
            </a:spcBef>
            <a:spcAft>
              <a:spcPct val="15000"/>
            </a:spcAft>
            <a:buChar char="•"/>
          </a:pPr>
          <a:r>
            <a:rPr lang="es-MX" sz="1700" kern="1200" dirty="0"/>
            <a:t>resultado es un esquema de base de datos en el modelo de datos de la aplicación de los DBMS. Mapeo de modelo de datos es a menudo automatizado o </a:t>
          </a:r>
          <a:r>
            <a:rPr lang="es-MX" sz="1700" kern="1200" dirty="0" err="1"/>
            <a:t>semi</a:t>
          </a:r>
          <a:r>
            <a:rPr lang="es-MX" sz="1700" kern="1200" dirty="0"/>
            <a:t>- automatizado dentro de las herramientas de diseño de base de datos.</a:t>
          </a:r>
        </a:p>
      </dsp:txBody>
      <dsp:txXfrm rot="-5400000">
        <a:off x="1564258" y="74565"/>
        <a:ext cx="8651835" cy="1310713"/>
      </dsp:txXfrm>
    </dsp:sp>
    <dsp:sp modelId="{D51B870A-E2AA-4568-9994-B21FDAB69B35}">
      <dsp:nvSpPr>
        <dsp:cNvPr id="0" name=""/>
        <dsp:cNvSpPr/>
      </dsp:nvSpPr>
      <dsp:spPr>
        <a:xfrm rot="5400000">
          <a:off x="-335198" y="2287885"/>
          <a:ext cx="2234654" cy="1564258"/>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s-MX" sz="800" kern="1200" dirty="0"/>
            <a:t>4. Diseño Físico )</a:t>
          </a:r>
        </a:p>
      </dsp:txBody>
      <dsp:txXfrm rot="-5400000">
        <a:off x="0" y="2734816"/>
        <a:ext cx="1564258" cy="670396"/>
      </dsp:txXfrm>
    </dsp:sp>
    <dsp:sp modelId="{94DD0688-DFF0-4AAF-9832-423BC487EE37}">
      <dsp:nvSpPr>
        <dsp:cNvPr id="0" name=""/>
        <dsp:cNvSpPr/>
      </dsp:nvSpPr>
      <dsp:spPr>
        <a:xfrm rot="5400000">
          <a:off x="5199366" y="-1682421"/>
          <a:ext cx="1452525" cy="8722741"/>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s-MX" sz="1700" kern="1200" dirty="0"/>
            <a:t>El último paso es la fase de diseño físico, durante el cual se especifican las estructuras internas de almacenamiento, las organizaciones de archivos, los índices, las vías de acceso y los parámetros de diseño físico de los archivos de base de datos.</a:t>
          </a:r>
        </a:p>
      </dsp:txBody>
      <dsp:txXfrm rot="-5400000">
        <a:off x="1564258" y="2023593"/>
        <a:ext cx="8651835" cy="13107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33E9F5-3908-4BB6-B1A7-1A2505B57785}">
      <dsp:nvSpPr>
        <dsp:cNvPr id="0" name=""/>
        <dsp:cNvSpPr/>
      </dsp:nvSpPr>
      <dsp:spPr>
        <a:xfrm>
          <a:off x="2667371" y="1314558"/>
          <a:ext cx="3047257" cy="3047257"/>
        </a:xfrm>
        <a:prstGeom prst="ellipse">
          <a:avLst/>
        </a:prstGeom>
        <a:solidFill>
          <a:schemeClr val="accent2">
            <a:alpha val="5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s-MX" sz="3000" b="1" kern="1200"/>
            <a:t>La entidad es el objeto básico del modelo E-R</a:t>
          </a:r>
          <a:r>
            <a:rPr lang="es-MX" sz="3000" kern="1200"/>
            <a:t>.</a:t>
          </a:r>
          <a:endParaRPr lang="es-MX" sz="3000" kern="1200" dirty="0"/>
        </a:p>
      </dsp:txBody>
      <dsp:txXfrm>
        <a:off x="3113631" y="1760818"/>
        <a:ext cx="2154737" cy="2154737"/>
      </dsp:txXfrm>
    </dsp:sp>
    <dsp:sp modelId="{73AF640C-90F4-4212-A2B1-5F746D947C08}">
      <dsp:nvSpPr>
        <dsp:cNvPr id="0" name=""/>
        <dsp:cNvSpPr/>
      </dsp:nvSpPr>
      <dsp:spPr>
        <a:xfrm>
          <a:off x="3429185" y="94015"/>
          <a:ext cx="1523628" cy="1523628"/>
        </a:xfrm>
        <a:prstGeom prst="ellipse">
          <a:avLst/>
        </a:prstGeom>
        <a:solidFill>
          <a:schemeClr val="accent2">
            <a:alpha val="50000"/>
            <a:hueOff val="-1504278"/>
            <a:satOff val="338"/>
            <a:lumOff val="-196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b="1" kern="1200" dirty="0"/>
            <a:t>Puede ser un objeto con existencia física (Persona, coche, casa o empleado</a:t>
          </a:r>
          <a:r>
            <a:rPr lang="es-MX" sz="1000" kern="1200" dirty="0"/>
            <a:t>)</a:t>
          </a:r>
        </a:p>
      </dsp:txBody>
      <dsp:txXfrm>
        <a:off x="3652315" y="317145"/>
        <a:ext cx="1077368" cy="1077368"/>
      </dsp:txXfrm>
    </dsp:sp>
    <dsp:sp modelId="{24324080-2FD9-433C-B916-16531B2A315A}">
      <dsp:nvSpPr>
        <dsp:cNvPr id="0" name=""/>
        <dsp:cNvSpPr/>
      </dsp:nvSpPr>
      <dsp:spPr>
        <a:xfrm>
          <a:off x="5314520" y="1463790"/>
          <a:ext cx="1523628" cy="1523628"/>
        </a:xfrm>
        <a:prstGeom prst="ellipse">
          <a:avLst/>
        </a:prstGeom>
        <a:solidFill>
          <a:schemeClr val="accent2">
            <a:alpha val="50000"/>
            <a:hueOff val="-3008555"/>
            <a:satOff val="677"/>
            <a:lumOff val="-392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b="1" kern="1200"/>
            <a:t>Es una cosa en el mundo real con una existencia independiente</a:t>
          </a:r>
          <a:endParaRPr lang="es-MX" sz="1000" b="1" kern="1200" dirty="0"/>
        </a:p>
      </dsp:txBody>
      <dsp:txXfrm>
        <a:off x="5537650" y="1686920"/>
        <a:ext cx="1077368" cy="1077368"/>
      </dsp:txXfrm>
    </dsp:sp>
    <dsp:sp modelId="{A6D55035-2C08-4696-84F6-FB55435CAE19}">
      <dsp:nvSpPr>
        <dsp:cNvPr id="0" name=""/>
        <dsp:cNvSpPr/>
      </dsp:nvSpPr>
      <dsp:spPr>
        <a:xfrm>
          <a:off x="4594386" y="3680134"/>
          <a:ext cx="1523628" cy="1523628"/>
        </a:xfrm>
        <a:prstGeom prst="ellipse">
          <a:avLst/>
        </a:prstGeom>
        <a:solidFill>
          <a:schemeClr val="accent2">
            <a:alpha val="50000"/>
            <a:hueOff val="-4512833"/>
            <a:satOff val="1015"/>
            <a:lumOff val="-5882"/>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b="1" kern="1200"/>
            <a:t>Puede ser un objeto con existencia conceptual (Empresa, un trabajo, curso Universitario)</a:t>
          </a:r>
          <a:endParaRPr lang="es-MX" sz="1000" b="1" kern="1200" dirty="0"/>
        </a:p>
      </dsp:txBody>
      <dsp:txXfrm>
        <a:off x="4817516" y="3903264"/>
        <a:ext cx="1077368" cy="1077368"/>
      </dsp:txXfrm>
    </dsp:sp>
    <dsp:sp modelId="{033B6895-D274-44E2-8ED0-6C5AC6FC8575}">
      <dsp:nvSpPr>
        <dsp:cNvPr id="0" name=""/>
        <dsp:cNvSpPr/>
      </dsp:nvSpPr>
      <dsp:spPr>
        <a:xfrm>
          <a:off x="2263984" y="3680134"/>
          <a:ext cx="1523628" cy="1523628"/>
        </a:xfrm>
        <a:prstGeom prst="ellipse">
          <a:avLst/>
        </a:prstGeom>
        <a:solidFill>
          <a:schemeClr val="accent2">
            <a:alpha val="50000"/>
            <a:hueOff val="-6017111"/>
            <a:satOff val="1354"/>
            <a:lumOff val="-7842"/>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b="1" kern="1200" dirty="0"/>
            <a:t>Cada entidad tiene atributos: las propiedades particulares que lo describen .</a:t>
          </a:r>
        </a:p>
      </dsp:txBody>
      <dsp:txXfrm>
        <a:off x="2487114" y="3903264"/>
        <a:ext cx="1077368" cy="1077368"/>
      </dsp:txXfrm>
    </dsp:sp>
    <dsp:sp modelId="{874ECD97-D93C-4643-B081-B71C79C8CE87}">
      <dsp:nvSpPr>
        <dsp:cNvPr id="0" name=""/>
        <dsp:cNvSpPr/>
      </dsp:nvSpPr>
      <dsp:spPr>
        <a:xfrm>
          <a:off x="1543851" y="1463790"/>
          <a:ext cx="1523628" cy="1523628"/>
        </a:xfrm>
        <a:prstGeom prst="ellipse">
          <a:avLst/>
        </a:prstGeom>
        <a:solidFill>
          <a:schemeClr val="accent2">
            <a:alpha val="50000"/>
            <a:hueOff val="-7521389"/>
            <a:satOff val="1692"/>
            <a:lumOff val="-9803"/>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b="1" kern="1200" dirty="0"/>
            <a:t>Una entidad en particular tendrá un valor para cada uno de sus atributos. </a:t>
          </a:r>
        </a:p>
      </dsp:txBody>
      <dsp:txXfrm>
        <a:off x="1766981" y="1686920"/>
        <a:ext cx="1077368" cy="10773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F59D5C-0C47-4C6D-9BE3-52A01E098871}">
      <dsp:nvSpPr>
        <dsp:cNvPr id="0" name=""/>
        <dsp:cNvSpPr/>
      </dsp:nvSpPr>
      <dsp:spPr>
        <a:xfrm>
          <a:off x="1783719" y="1865370"/>
          <a:ext cx="1307752" cy="65387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Atributos</a:t>
          </a:r>
        </a:p>
      </dsp:txBody>
      <dsp:txXfrm>
        <a:off x="1802870" y="1884521"/>
        <a:ext cx="1269450" cy="615574"/>
      </dsp:txXfrm>
    </dsp:sp>
    <dsp:sp modelId="{A3AA1303-8330-4AE6-8856-08435FCB4C40}">
      <dsp:nvSpPr>
        <dsp:cNvPr id="0" name=""/>
        <dsp:cNvSpPr/>
      </dsp:nvSpPr>
      <dsp:spPr>
        <a:xfrm rot="17140941">
          <a:off x="2385705" y="1247791"/>
          <a:ext cx="1934411" cy="26630"/>
        </a:xfrm>
        <a:custGeom>
          <a:avLst/>
          <a:gdLst/>
          <a:ahLst/>
          <a:cxnLst/>
          <a:rect l="0" t="0" r="0" b="0"/>
          <a:pathLst>
            <a:path>
              <a:moveTo>
                <a:pt x="0" y="13315"/>
              </a:moveTo>
              <a:lnTo>
                <a:pt x="1934411" y="1331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3304550" y="1212746"/>
        <a:ext cx="96720" cy="96720"/>
      </dsp:txXfrm>
    </dsp:sp>
    <dsp:sp modelId="{B072EA5A-91C8-4C3E-A9FC-1F49EB34B608}">
      <dsp:nvSpPr>
        <dsp:cNvPr id="0" name=""/>
        <dsp:cNvSpPr/>
      </dsp:nvSpPr>
      <dsp:spPr>
        <a:xfrm>
          <a:off x="3614350" y="2967"/>
          <a:ext cx="1307752" cy="65387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Simples</a:t>
          </a:r>
        </a:p>
      </dsp:txBody>
      <dsp:txXfrm>
        <a:off x="3633501" y="22118"/>
        <a:ext cx="1269450" cy="615574"/>
      </dsp:txXfrm>
    </dsp:sp>
    <dsp:sp modelId="{5D9592CB-D648-4CDE-87AF-63E9B2448F86}">
      <dsp:nvSpPr>
        <dsp:cNvPr id="0" name=""/>
        <dsp:cNvSpPr/>
      </dsp:nvSpPr>
      <dsp:spPr>
        <a:xfrm rot="17712869">
          <a:off x="2739215" y="1623770"/>
          <a:ext cx="1227392" cy="26630"/>
        </a:xfrm>
        <a:custGeom>
          <a:avLst/>
          <a:gdLst/>
          <a:ahLst/>
          <a:cxnLst/>
          <a:rect l="0" t="0" r="0" b="0"/>
          <a:pathLst>
            <a:path>
              <a:moveTo>
                <a:pt x="0" y="13315"/>
              </a:moveTo>
              <a:lnTo>
                <a:pt x="1227392" y="1331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22226" y="1606401"/>
        <a:ext cx="61369" cy="61369"/>
      </dsp:txXfrm>
    </dsp:sp>
    <dsp:sp modelId="{13AD8855-DAA5-467A-9B92-89E05757E1F7}">
      <dsp:nvSpPr>
        <dsp:cNvPr id="0" name=""/>
        <dsp:cNvSpPr/>
      </dsp:nvSpPr>
      <dsp:spPr>
        <a:xfrm>
          <a:off x="3614350" y="754925"/>
          <a:ext cx="1307752" cy="65387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Compuestos</a:t>
          </a:r>
        </a:p>
      </dsp:txBody>
      <dsp:txXfrm>
        <a:off x="3633501" y="774076"/>
        <a:ext cx="1269450" cy="615574"/>
      </dsp:txXfrm>
    </dsp:sp>
    <dsp:sp modelId="{97BE9A11-E1FE-4CFD-A130-5D3F95CC31EB}">
      <dsp:nvSpPr>
        <dsp:cNvPr id="0" name=""/>
        <dsp:cNvSpPr/>
      </dsp:nvSpPr>
      <dsp:spPr>
        <a:xfrm rot="19533919">
          <a:off x="3035927" y="1999749"/>
          <a:ext cx="633968" cy="26630"/>
        </a:xfrm>
        <a:custGeom>
          <a:avLst/>
          <a:gdLst/>
          <a:ahLst/>
          <a:cxnLst/>
          <a:rect l="0" t="0" r="0" b="0"/>
          <a:pathLst>
            <a:path>
              <a:moveTo>
                <a:pt x="0" y="13315"/>
              </a:moveTo>
              <a:lnTo>
                <a:pt x="633968" y="1331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37061" y="1997215"/>
        <a:ext cx="31698" cy="31698"/>
      </dsp:txXfrm>
    </dsp:sp>
    <dsp:sp modelId="{D973B129-46C8-46DD-8A2B-500BA2F94B8C}">
      <dsp:nvSpPr>
        <dsp:cNvPr id="0" name=""/>
        <dsp:cNvSpPr/>
      </dsp:nvSpPr>
      <dsp:spPr>
        <a:xfrm>
          <a:off x="3614350" y="1506882"/>
          <a:ext cx="1307752" cy="65387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err="1"/>
            <a:t>Monovalor</a:t>
          </a:r>
          <a:endParaRPr lang="es-MX" sz="1800" kern="1200" dirty="0"/>
        </a:p>
      </dsp:txBody>
      <dsp:txXfrm>
        <a:off x="3633501" y="1526033"/>
        <a:ext cx="1269450" cy="615574"/>
      </dsp:txXfrm>
    </dsp:sp>
    <dsp:sp modelId="{C39805E8-21B0-4C4C-A2F8-F1A628E59A53}">
      <dsp:nvSpPr>
        <dsp:cNvPr id="0" name=""/>
        <dsp:cNvSpPr/>
      </dsp:nvSpPr>
      <dsp:spPr>
        <a:xfrm rot="2217704">
          <a:off x="3025718" y="2375728"/>
          <a:ext cx="654385" cy="26630"/>
        </a:xfrm>
        <a:custGeom>
          <a:avLst/>
          <a:gdLst/>
          <a:ahLst/>
          <a:cxnLst/>
          <a:rect l="0" t="0" r="0" b="0"/>
          <a:pathLst>
            <a:path>
              <a:moveTo>
                <a:pt x="0" y="13315"/>
              </a:moveTo>
              <a:lnTo>
                <a:pt x="654385" y="1331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36551" y="2372684"/>
        <a:ext cx="32719" cy="32719"/>
      </dsp:txXfrm>
    </dsp:sp>
    <dsp:sp modelId="{741D2BED-8B70-4271-9D22-4C1C68DCDF67}">
      <dsp:nvSpPr>
        <dsp:cNvPr id="0" name=""/>
        <dsp:cNvSpPr/>
      </dsp:nvSpPr>
      <dsp:spPr>
        <a:xfrm>
          <a:off x="3614350" y="2258840"/>
          <a:ext cx="1307752" cy="65387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Multivalor</a:t>
          </a:r>
        </a:p>
      </dsp:txBody>
      <dsp:txXfrm>
        <a:off x="3633501" y="2277991"/>
        <a:ext cx="1269450" cy="615574"/>
      </dsp:txXfrm>
    </dsp:sp>
    <dsp:sp modelId="{B362062F-4E3E-4058-911A-A887E7BD7EFB}">
      <dsp:nvSpPr>
        <dsp:cNvPr id="0" name=""/>
        <dsp:cNvSpPr/>
      </dsp:nvSpPr>
      <dsp:spPr>
        <a:xfrm rot="3927821">
          <a:off x="2723346" y="2751707"/>
          <a:ext cx="1259129" cy="26630"/>
        </a:xfrm>
        <a:custGeom>
          <a:avLst/>
          <a:gdLst/>
          <a:ahLst/>
          <a:cxnLst/>
          <a:rect l="0" t="0" r="0" b="0"/>
          <a:pathLst>
            <a:path>
              <a:moveTo>
                <a:pt x="0" y="13315"/>
              </a:moveTo>
              <a:lnTo>
                <a:pt x="1259129" y="1331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21432" y="2733544"/>
        <a:ext cx="62956" cy="62956"/>
      </dsp:txXfrm>
    </dsp:sp>
    <dsp:sp modelId="{0CD1502D-CE2E-4527-ADF4-3E158BC01E47}">
      <dsp:nvSpPr>
        <dsp:cNvPr id="0" name=""/>
        <dsp:cNvSpPr/>
      </dsp:nvSpPr>
      <dsp:spPr>
        <a:xfrm>
          <a:off x="3614350" y="3010798"/>
          <a:ext cx="1307752" cy="65387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Almacenado</a:t>
          </a:r>
        </a:p>
      </dsp:txBody>
      <dsp:txXfrm>
        <a:off x="3633501" y="3029949"/>
        <a:ext cx="1269450" cy="615574"/>
      </dsp:txXfrm>
    </dsp:sp>
    <dsp:sp modelId="{52E93596-BB72-4785-9394-B3DF1C021EAC}">
      <dsp:nvSpPr>
        <dsp:cNvPr id="0" name=""/>
        <dsp:cNvSpPr/>
      </dsp:nvSpPr>
      <dsp:spPr>
        <a:xfrm rot="4475576">
          <a:off x="2368853" y="3127686"/>
          <a:ext cx="1968114" cy="26630"/>
        </a:xfrm>
        <a:custGeom>
          <a:avLst/>
          <a:gdLst/>
          <a:ahLst/>
          <a:cxnLst/>
          <a:rect l="0" t="0" r="0" b="0"/>
          <a:pathLst>
            <a:path>
              <a:moveTo>
                <a:pt x="0" y="13315"/>
              </a:moveTo>
              <a:lnTo>
                <a:pt x="1968114" y="1331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s-MX" sz="700" kern="1200"/>
        </a:p>
      </dsp:txBody>
      <dsp:txXfrm>
        <a:off x="3303708" y="3091798"/>
        <a:ext cx="98405" cy="98405"/>
      </dsp:txXfrm>
    </dsp:sp>
    <dsp:sp modelId="{6C5B9AF1-369E-4004-8CE1-71AF85FDDC48}">
      <dsp:nvSpPr>
        <dsp:cNvPr id="0" name=""/>
        <dsp:cNvSpPr/>
      </dsp:nvSpPr>
      <dsp:spPr>
        <a:xfrm>
          <a:off x="3614350" y="3762756"/>
          <a:ext cx="1307752" cy="65387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Derivados</a:t>
          </a:r>
        </a:p>
      </dsp:txBody>
      <dsp:txXfrm>
        <a:off x="3633501" y="3781907"/>
        <a:ext cx="1269450" cy="615574"/>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lang="es-ES" sz="1200"/>
            </a:lvl1pPr>
          </a:lstStyle>
          <a:p>
            <a:endParaRPr lang="es-ES"/>
          </a:p>
        </p:txBody>
      </p:sp>
      <p:sp>
        <p:nvSpPr>
          <p:cNvPr id="3" name="Marcador de posición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latinLnBrk="0">
              <a:defRPr lang="es-ES" sz="1200"/>
            </a:lvl1pPr>
          </a:lstStyle>
          <a:p>
            <a:fld id="{AC8CEC3D-96F7-401F-9673-3EE7F75C9C5B}" type="datetimeFigureOut">
              <a:rPr lang="es-ES"/>
              <a:t>15/01/2021</a:t>
            </a:fld>
            <a:endParaRPr lang="es-ES"/>
          </a:p>
        </p:txBody>
      </p:sp>
      <p:sp>
        <p:nvSpPr>
          <p:cNvPr id="4" name="Marcador de posición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latinLnBrk="0">
              <a:defRPr lang="es-ES" sz="1200"/>
            </a:lvl1pPr>
          </a:lstStyle>
          <a:p>
            <a:endParaRPr lang="es-ES"/>
          </a:p>
        </p:txBody>
      </p:sp>
      <p:sp>
        <p:nvSpPr>
          <p:cNvPr id="5" name="Marcador de posición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latinLnBrk="0">
              <a:defRPr lang="es-ES" sz="1200"/>
            </a:lvl1pPr>
          </a:lstStyle>
          <a:p>
            <a:fld id="{A98ED8CD-4E4C-49AC-BDC6-2963BA49E54F}" type="slidenum">
              <a:rPr lang="es-ES"/>
              <a:t>‹Nº›</a:t>
            </a:fld>
            <a:endParaRPr lang="es-ES"/>
          </a:p>
        </p:txBody>
      </p:sp>
    </p:spTree>
    <p:extLst>
      <p:ext uri="{BB962C8B-B14F-4D97-AF65-F5344CB8AC3E}">
        <p14:creationId xmlns:p14="http://schemas.microsoft.com/office/powerpoint/2010/main" val="343417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lang="es-ES" sz="1200"/>
            </a:lvl1pPr>
          </a:lstStyle>
          <a:p>
            <a:endParaRPr lang="es-ES"/>
          </a:p>
        </p:txBody>
      </p:sp>
      <p:sp>
        <p:nvSpPr>
          <p:cNvPr id="3" name="Marcador de posición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latinLnBrk="0">
              <a:defRPr lang="es-ES" sz="1200"/>
            </a:lvl1pPr>
          </a:lstStyle>
          <a:p>
            <a:fld id="{F032BCF4-D26D-4DAF-9F57-FE1E61FE7935}" type="datetimeFigureOut">
              <a:t>15/01/2021</a:t>
            </a:fld>
            <a:endParaRPr lang="es-ES"/>
          </a:p>
        </p:txBody>
      </p:sp>
      <p:sp>
        <p:nvSpPr>
          <p:cNvPr id="4" name="Marcador de posición de imagen de diapositiva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posición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osición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latinLnBrk="0">
              <a:defRPr lang="es-ES" sz="1200"/>
            </a:lvl1pPr>
          </a:lstStyle>
          <a:p>
            <a:endParaRPr lang="es-ES"/>
          </a:p>
        </p:txBody>
      </p:sp>
      <p:sp>
        <p:nvSpPr>
          <p:cNvPr id="7" name="Marcador de posición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latinLnBrk="0">
              <a:defRPr lang="es-ES" sz="1200"/>
            </a:lvl1pPr>
          </a:lstStyle>
          <a:p>
            <a:fld id="{5FB91549-43BF-425A-AF25-75262019208C}" type="slidenum">
              <a:t>‹Nº›</a:t>
            </a:fld>
            <a:endParaRPr lang="es-ES"/>
          </a:p>
        </p:txBody>
      </p:sp>
    </p:spTree>
    <p:extLst>
      <p:ext uri="{BB962C8B-B14F-4D97-AF65-F5344CB8AC3E}">
        <p14:creationId xmlns:p14="http://schemas.microsoft.com/office/powerpoint/2010/main" val="4239286417"/>
      </p:ext>
    </p:extLst>
  </p:cSld>
  <p:clrMap bg1="lt1" tx1="dk1" bg2="lt2" tx2="dk2" accent1="accent1" accent2="accent2" accent3="accent3" accent4="accent4" accent5="accent5" accent6="accent6" hlink="hlink" folHlink="folHlink"/>
  <p:notesStyle>
    <a:lvl1pPr marL="0" algn="l" defTabSz="914400" rtl="0" eaLnBrk="1" latinLnBrk="0" hangingPunct="1">
      <a:defRPr lang="es-ES" sz="1200" kern="1200">
        <a:solidFill>
          <a:schemeClr val="tx2"/>
        </a:solidFill>
        <a:latin typeface="+mn-lt"/>
        <a:ea typeface="+mn-ea"/>
        <a:cs typeface="+mn-cs"/>
      </a:defRPr>
    </a:lvl1pPr>
    <a:lvl2pPr marL="457200" algn="l" defTabSz="914400" rtl="0" eaLnBrk="1" latinLnBrk="0" hangingPunct="1">
      <a:defRPr lang="es-ES" sz="1200" kern="1200">
        <a:solidFill>
          <a:schemeClr val="tx2"/>
        </a:solidFill>
        <a:latin typeface="+mn-lt"/>
        <a:ea typeface="+mn-ea"/>
        <a:cs typeface="+mn-cs"/>
      </a:defRPr>
    </a:lvl2pPr>
    <a:lvl3pPr marL="914400" algn="l" defTabSz="914400" rtl="0" eaLnBrk="1" latinLnBrk="0" hangingPunct="1">
      <a:defRPr lang="es-ES" sz="1200" kern="1200">
        <a:solidFill>
          <a:schemeClr val="tx2"/>
        </a:solidFill>
        <a:latin typeface="+mn-lt"/>
        <a:ea typeface="+mn-ea"/>
        <a:cs typeface="+mn-cs"/>
      </a:defRPr>
    </a:lvl3pPr>
    <a:lvl4pPr marL="1371600" algn="l" defTabSz="914400" rtl="0" eaLnBrk="1" latinLnBrk="0" hangingPunct="1">
      <a:defRPr lang="es-ES" sz="1200" kern="1200">
        <a:solidFill>
          <a:schemeClr val="tx2"/>
        </a:solidFill>
        <a:latin typeface="+mn-lt"/>
        <a:ea typeface="+mn-ea"/>
        <a:cs typeface="+mn-cs"/>
      </a:defRPr>
    </a:lvl4pPr>
    <a:lvl5pPr marL="1828800" algn="l" defTabSz="914400" rtl="0" eaLnBrk="1" latinLnBrk="0" hangingPunct="1">
      <a:defRPr lang="es-ES" sz="1200" kern="1200">
        <a:solidFill>
          <a:schemeClr val="tx2"/>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2">
        <a:schemeClr val="bg2"/>
      </p:bgRef>
    </p:bg>
    <p:spTree>
      <p:nvGrpSpPr>
        <p:cNvPr id="1" name=""/>
        <p:cNvGrpSpPr/>
        <p:nvPr/>
      </p:nvGrpSpPr>
      <p:grpSpPr>
        <a:xfrm>
          <a:off x="0" y="0"/>
          <a:ext cx="0" cy="0"/>
          <a:chOff x="0" y="0"/>
          <a:chExt cx="0" cy="0"/>
        </a:xfrm>
      </p:grpSpPr>
      <p:pic>
        <p:nvPicPr>
          <p:cNvPr id="5" name="Imagen 4" descr="Contrapicado de nubes y cielo azul rodeados de edificios de cristal" title="Imagen de diseño de diapositiva"/>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873625" y="0"/>
            <a:ext cx="7315200" cy="6858001"/>
          </a:xfrm>
          <a:prstGeom prst="rect">
            <a:avLst/>
          </a:prstGeom>
        </p:spPr>
      </p:pic>
      <p:sp>
        <p:nvSpPr>
          <p:cNvPr id="2" name="Título 1"/>
          <p:cNvSpPr>
            <a:spLocks noGrp="1"/>
          </p:cNvSpPr>
          <p:nvPr>
            <p:ph type="ctrTitle"/>
          </p:nvPr>
        </p:nvSpPr>
        <p:spPr>
          <a:xfrm>
            <a:off x="608013" y="685801"/>
            <a:ext cx="3962400" cy="4724399"/>
          </a:xfrm>
        </p:spPr>
        <p:txBody>
          <a:bodyPr>
            <a:normAutofit/>
          </a:bodyPr>
          <a:lstStyle>
            <a:lvl1pPr latinLnBrk="0">
              <a:defRPr lang="es-ES" sz="4800"/>
            </a:lvl1pPr>
          </a:lstStyle>
          <a:p>
            <a:r>
              <a:rPr lang="es-ES"/>
              <a:t>Haga clic para modificar el estilo de título del patrón</a:t>
            </a:r>
          </a:p>
        </p:txBody>
      </p:sp>
      <p:sp>
        <p:nvSpPr>
          <p:cNvPr id="3" name="Subtítulo 2"/>
          <p:cNvSpPr>
            <a:spLocks noGrp="1"/>
          </p:cNvSpPr>
          <p:nvPr>
            <p:ph type="subTitle" idx="1"/>
          </p:nvPr>
        </p:nvSpPr>
        <p:spPr>
          <a:xfrm>
            <a:off x="608013" y="5410200"/>
            <a:ext cx="3962400" cy="762000"/>
          </a:xfrm>
        </p:spPr>
        <p:txBody>
          <a:bodyPr>
            <a:normAutofit/>
          </a:bodyPr>
          <a:lstStyle>
            <a:lvl1pPr marL="0" indent="0" algn="l" latinLnBrk="0">
              <a:spcBef>
                <a:spcPts val="0"/>
              </a:spcBef>
              <a:buNone/>
              <a:defRPr lang="es-ES" sz="2400">
                <a:solidFill>
                  <a:schemeClr val="tx1"/>
                </a:solidFill>
              </a:defRPr>
            </a:lvl1pPr>
            <a:lvl2pPr marL="457200" indent="0" algn="ctr" latinLnBrk="0">
              <a:buNone/>
              <a:defRPr lang="es-ES">
                <a:solidFill>
                  <a:schemeClr val="tx1">
                    <a:tint val="75000"/>
                  </a:schemeClr>
                </a:solidFill>
              </a:defRPr>
            </a:lvl2pPr>
            <a:lvl3pPr marL="914400" indent="0" algn="ctr" latinLnBrk="0">
              <a:buNone/>
              <a:defRPr lang="es-ES">
                <a:solidFill>
                  <a:schemeClr val="tx1">
                    <a:tint val="75000"/>
                  </a:schemeClr>
                </a:solidFill>
              </a:defRPr>
            </a:lvl3pPr>
            <a:lvl4pPr marL="1371600" indent="0" algn="ctr" latinLnBrk="0">
              <a:buNone/>
              <a:defRPr lang="es-ES">
                <a:solidFill>
                  <a:schemeClr val="tx1">
                    <a:tint val="75000"/>
                  </a:schemeClr>
                </a:solidFill>
              </a:defRPr>
            </a:lvl4pPr>
            <a:lvl5pPr marL="1828800" indent="0" algn="ctr" latinLnBrk="0">
              <a:buNone/>
              <a:defRPr lang="es-ES">
                <a:solidFill>
                  <a:schemeClr val="tx1">
                    <a:tint val="75000"/>
                  </a:schemeClr>
                </a:solidFill>
              </a:defRPr>
            </a:lvl5pPr>
            <a:lvl6pPr marL="2286000" indent="0" algn="ctr" latinLnBrk="0">
              <a:buNone/>
              <a:defRPr lang="es-ES">
                <a:solidFill>
                  <a:schemeClr val="tx1">
                    <a:tint val="75000"/>
                  </a:schemeClr>
                </a:solidFill>
              </a:defRPr>
            </a:lvl6pPr>
            <a:lvl7pPr marL="2743200" indent="0" algn="ctr" latinLnBrk="0">
              <a:buNone/>
              <a:defRPr lang="es-ES">
                <a:solidFill>
                  <a:schemeClr val="tx1">
                    <a:tint val="75000"/>
                  </a:schemeClr>
                </a:solidFill>
              </a:defRPr>
            </a:lvl7pPr>
            <a:lvl8pPr marL="3200400" indent="0" algn="ctr" latinLnBrk="0">
              <a:buNone/>
              <a:defRPr lang="es-ES">
                <a:solidFill>
                  <a:schemeClr val="tx1">
                    <a:tint val="75000"/>
                  </a:schemeClr>
                </a:solidFill>
              </a:defRPr>
            </a:lvl8pPr>
            <a:lvl9pPr marL="3657600" indent="0" algn="ctr" latinLnBrk="0">
              <a:buNone/>
              <a:defRPr lang="es-ES">
                <a:solidFill>
                  <a:schemeClr val="tx1">
                    <a:tint val="75000"/>
                  </a:schemeClr>
                </a:solidFill>
              </a:defRPr>
            </a:lvl9pPr>
          </a:lstStyle>
          <a:p>
            <a:r>
              <a:rPr lang="es-ES"/>
              <a:t>Haga clic para modificar el estilo de subtítulo del patrón</a:t>
            </a:r>
          </a:p>
        </p:txBody>
      </p:sp>
      <p:sp>
        <p:nvSpPr>
          <p:cNvPr id="8" name="Marcador de posición de fecha 7"/>
          <p:cNvSpPr>
            <a:spLocks noGrp="1"/>
          </p:cNvSpPr>
          <p:nvPr>
            <p:ph type="dt" sz="half" idx="10"/>
          </p:nvPr>
        </p:nvSpPr>
        <p:spPr/>
        <p:txBody>
          <a:bodyPr/>
          <a:lstStyle/>
          <a:p>
            <a:fld id="{81C93FC7-9D1A-468B-98DB-D1E8D74418D9}" type="datetimeFigureOut">
              <a:pPr/>
              <a:t>15/01/2021</a:t>
            </a:fld>
            <a:endParaRPr lang="es-ES"/>
          </a:p>
        </p:txBody>
      </p:sp>
      <p:sp>
        <p:nvSpPr>
          <p:cNvPr id="9" name="Marcador de posición de pie de página 8"/>
          <p:cNvSpPr>
            <a:spLocks noGrp="1"/>
          </p:cNvSpPr>
          <p:nvPr>
            <p:ph type="ftr" sz="quarter" idx="11"/>
          </p:nvPr>
        </p:nvSpPr>
        <p:spPr/>
        <p:txBody>
          <a:bodyPr/>
          <a:lstStyle/>
          <a:p>
            <a:endParaRPr lang="es-ES"/>
          </a:p>
        </p:txBody>
      </p:sp>
      <p:sp>
        <p:nvSpPr>
          <p:cNvPr id="10" name="Marcador de posición de número de diapositiva 9"/>
          <p:cNvSpPr>
            <a:spLocks noGrp="1"/>
          </p:cNvSpPr>
          <p:nvPr>
            <p:ph type="sldNum" sz="quarter" idx="12"/>
          </p:nvPr>
        </p:nvSpPr>
        <p:spPr/>
        <p:txBody>
          <a:bodyPr/>
          <a:lstStyle/>
          <a:p>
            <a:fld id="{A3F31473-23EB-4724-8B59-FE6D21D89FA4}" type="slidenum">
              <a:pPr/>
              <a:t>‹Nº›</a:t>
            </a:fld>
            <a:endParaRPr lang="es-ES"/>
          </a:p>
        </p:txBody>
      </p:sp>
    </p:spTree>
    <p:extLst>
      <p:ext uri="{BB962C8B-B14F-4D97-AF65-F5344CB8AC3E}">
        <p14:creationId xmlns:p14="http://schemas.microsoft.com/office/powerpoint/2010/main" val="27348395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idx="1"/>
          </p:nvPr>
        </p:nvSpPr>
        <p:spPr/>
        <p:txBody>
          <a:bodyPr/>
          <a:lstStyle>
            <a:lvl5pPr latinLnBrk="0">
              <a:defRPr lang="es-ES"/>
            </a:lvl5pPr>
            <a:lvl6pPr latinLnBrk="0">
              <a:defRPr lang="es-ES"/>
            </a:lvl6pPr>
            <a:lvl7pPr latinLnBrk="0">
              <a:defRPr lang="es-ES"/>
            </a:lvl7pPr>
            <a:lvl8pPr latinLnBrk="0">
              <a:defRPr lang="es-ES"/>
            </a:lvl8pPr>
            <a:lvl9pPr latinLnBrk="0">
              <a:defRPr lang="es-ES"/>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fecha 3"/>
          <p:cNvSpPr>
            <a:spLocks noGrp="1"/>
          </p:cNvSpPr>
          <p:nvPr>
            <p:ph type="dt" sz="half" idx="10"/>
          </p:nvPr>
        </p:nvSpPr>
        <p:spPr/>
        <p:txBody>
          <a:bodyPr/>
          <a:lstStyle/>
          <a:p>
            <a:fld id="{81C93FC7-9D1A-468B-98DB-D1E8D74418D9}" type="datetimeFigureOut">
              <a:t>15/01/2021</a:t>
            </a:fld>
            <a:endParaRPr lang="es-ES"/>
          </a:p>
        </p:txBody>
      </p:sp>
      <p:sp>
        <p:nvSpPr>
          <p:cNvPr id="5" name="Marcador de posición de pie de página 4"/>
          <p:cNvSpPr>
            <a:spLocks noGrp="1"/>
          </p:cNvSpPr>
          <p:nvPr>
            <p:ph type="ftr" sz="quarter" idx="11"/>
          </p:nvPr>
        </p:nvSpPr>
        <p:spPr/>
        <p:txBody>
          <a:bodyPr/>
          <a:lstStyle/>
          <a:p>
            <a:endParaRPr lang="es-ES"/>
          </a:p>
        </p:txBody>
      </p:sp>
      <p:sp>
        <p:nvSpPr>
          <p:cNvPr id="6" name="Marcador de posición de número de diapositiva 5"/>
          <p:cNvSpPr>
            <a:spLocks noGrp="1"/>
          </p:cNvSpPr>
          <p:nvPr>
            <p:ph type="sldNum" sz="quarter" idx="12"/>
          </p:nvPr>
        </p:nvSpPr>
        <p:spPr/>
        <p:txBody>
          <a:bodyPr/>
          <a:lstStyle/>
          <a:p>
            <a:fld id="{A3F31473-23EB-4724-8B59-FE6D21D89FA4}" type="slidenum">
              <a:t>‹Nº›</a:t>
            </a:fld>
            <a:endParaRPr lang="es-ES"/>
          </a:p>
        </p:txBody>
      </p:sp>
    </p:spTree>
    <p:extLst>
      <p:ext uri="{BB962C8B-B14F-4D97-AF65-F5344CB8AC3E}">
        <p14:creationId xmlns:p14="http://schemas.microsoft.com/office/powerpoint/2010/main" val="3137862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608013" y="2590800"/>
            <a:ext cx="8229599" cy="2819400"/>
          </a:xfrm>
        </p:spPr>
        <p:txBody>
          <a:bodyPr anchor="b">
            <a:normAutofit/>
          </a:bodyPr>
          <a:lstStyle>
            <a:lvl1pPr algn="l" latinLnBrk="0">
              <a:defRPr lang="es-ES" sz="4800" b="0" cap="none" baseline="0"/>
            </a:lvl1pPr>
          </a:lstStyle>
          <a:p>
            <a:r>
              <a:rPr lang="es-ES"/>
              <a:t>Haga clic para modificar el estilo de título del patrón</a:t>
            </a:r>
          </a:p>
        </p:txBody>
      </p:sp>
      <p:sp>
        <p:nvSpPr>
          <p:cNvPr id="3" name="Marcador de posición de texto 2"/>
          <p:cNvSpPr>
            <a:spLocks noGrp="1"/>
          </p:cNvSpPr>
          <p:nvPr>
            <p:ph type="body" idx="1"/>
          </p:nvPr>
        </p:nvSpPr>
        <p:spPr>
          <a:xfrm>
            <a:off x="606425" y="5410200"/>
            <a:ext cx="8231187" cy="762000"/>
          </a:xfrm>
        </p:spPr>
        <p:txBody>
          <a:bodyPr anchor="t">
            <a:normAutofit/>
          </a:bodyPr>
          <a:lstStyle>
            <a:lvl1pPr marL="0" indent="0" latinLnBrk="0">
              <a:spcBef>
                <a:spcPts val="0"/>
              </a:spcBef>
              <a:buNone/>
              <a:defRPr lang="es-ES" sz="2400">
                <a:solidFill>
                  <a:schemeClr val="tx1"/>
                </a:solidFill>
              </a:defRPr>
            </a:lvl1pPr>
            <a:lvl2pPr marL="457200" indent="0" latinLnBrk="0">
              <a:buNone/>
              <a:defRPr lang="es-ES" sz="1800">
                <a:solidFill>
                  <a:schemeClr val="tx1">
                    <a:tint val="75000"/>
                  </a:schemeClr>
                </a:solidFill>
              </a:defRPr>
            </a:lvl2pPr>
            <a:lvl3pPr marL="914400" indent="0" latinLnBrk="0">
              <a:buNone/>
              <a:defRPr lang="es-ES" sz="1600">
                <a:solidFill>
                  <a:schemeClr val="tx1">
                    <a:tint val="75000"/>
                  </a:schemeClr>
                </a:solidFill>
              </a:defRPr>
            </a:lvl3pPr>
            <a:lvl4pPr marL="1371600" indent="0" latinLnBrk="0">
              <a:buNone/>
              <a:defRPr lang="es-ES" sz="1400">
                <a:solidFill>
                  <a:schemeClr val="tx1">
                    <a:tint val="75000"/>
                  </a:schemeClr>
                </a:solidFill>
              </a:defRPr>
            </a:lvl4pPr>
            <a:lvl5pPr marL="1828800" indent="0" latinLnBrk="0">
              <a:buNone/>
              <a:defRPr lang="es-ES" sz="1400">
                <a:solidFill>
                  <a:schemeClr val="tx1">
                    <a:tint val="75000"/>
                  </a:schemeClr>
                </a:solidFill>
              </a:defRPr>
            </a:lvl5pPr>
            <a:lvl6pPr marL="2286000" indent="0" latinLnBrk="0">
              <a:buNone/>
              <a:defRPr lang="es-ES" sz="1400">
                <a:solidFill>
                  <a:schemeClr val="tx1">
                    <a:tint val="75000"/>
                  </a:schemeClr>
                </a:solidFill>
              </a:defRPr>
            </a:lvl6pPr>
            <a:lvl7pPr marL="2743200" indent="0" latinLnBrk="0">
              <a:buNone/>
              <a:defRPr lang="es-ES" sz="1400">
                <a:solidFill>
                  <a:schemeClr val="tx1">
                    <a:tint val="75000"/>
                  </a:schemeClr>
                </a:solidFill>
              </a:defRPr>
            </a:lvl7pPr>
            <a:lvl8pPr marL="3200400" indent="0" latinLnBrk="0">
              <a:buNone/>
              <a:defRPr lang="es-ES" sz="1400">
                <a:solidFill>
                  <a:schemeClr val="tx1">
                    <a:tint val="75000"/>
                  </a:schemeClr>
                </a:solidFill>
              </a:defRPr>
            </a:lvl8pPr>
            <a:lvl9pPr marL="3657600" indent="0" latinLnBrk="0">
              <a:buNone/>
              <a:defRPr lang="es-ES" sz="1400">
                <a:solidFill>
                  <a:schemeClr val="tx1">
                    <a:tint val="75000"/>
                  </a:schemeClr>
                </a:solidFill>
              </a:defRPr>
            </a:lvl9pPr>
          </a:lstStyle>
          <a:p>
            <a:pPr lvl="0"/>
            <a:r>
              <a:rPr lang="es-ES"/>
              <a:t>Haga clic para modificar los estilos de texto del patrón</a:t>
            </a:r>
          </a:p>
        </p:txBody>
      </p:sp>
      <p:sp>
        <p:nvSpPr>
          <p:cNvPr id="7" name="Marcador de posición de fecha 6"/>
          <p:cNvSpPr>
            <a:spLocks noGrp="1"/>
          </p:cNvSpPr>
          <p:nvPr>
            <p:ph type="dt" sz="half" idx="10"/>
          </p:nvPr>
        </p:nvSpPr>
        <p:spPr/>
        <p:txBody>
          <a:bodyPr/>
          <a:lstStyle/>
          <a:p>
            <a:fld id="{81C93FC7-9D1A-468B-98DB-D1E8D74418D9}" type="datetimeFigureOut">
              <a:pPr/>
              <a:t>15/01/2021</a:t>
            </a:fld>
            <a:endParaRPr lang="es-ES"/>
          </a:p>
        </p:txBody>
      </p:sp>
      <p:sp>
        <p:nvSpPr>
          <p:cNvPr id="8" name="Marcador de posición de pie de página 7"/>
          <p:cNvSpPr>
            <a:spLocks noGrp="1"/>
          </p:cNvSpPr>
          <p:nvPr>
            <p:ph type="ftr" sz="quarter" idx="11"/>
          </p:nvPr>
        </p:nvSpPr>
        <p:spPr/>
        <p:txBody>
          <a:bodyPr/>
          <a:lstStyle/>
          <a:p>
            <a:endParaRPr lang="es-ES"/>
          </a:p>
        </p:txBody>
      </p:sp>
      <p:sp>
        <p:nvSpPr>
          <p:cNvPr id="9" name="Marcador de posición de número de diapositiva 8"/>
          <p:cNvSpPr>
            <a:spLocks noGrp="1"/>
          </p:cNvSpPr>
          <p:nvPr>
            <p:ph type="sldNum" sz="quarter" idx="12"/>
          </p:nvPr>
        </p:nvSpPr>
        <p:spPr/>
        <p:txBody>
          <a:bodyPr/>
          <a:lstStyle/>
          <a:p>
            <a:fld id="{A3F31473-23EB-4724-8B59-FE6D21D89FA4}" type="slidenum">
              <a:pPr/>
              <a:t>‹Nº›</a:t>
            </a:fld>
            <a:endParaRPr lang="es-ES"/>
          </a:p>
        </p:txBody>
      </p:sp>
    </p:spTree>
    <p:extLst>
      <p:ext uri="{BB962C8B-B14F-4D97-AF65-F5344CB8AC3E}">
        <p14:creationId xmlns:p14="http://schemas.microsoft.com/office/powerpoint/2010/main" val="322511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de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contenido 2"/>
          <p:cNvSpPr>
            <a:spLocks noGrp="1"/>
          </p:cNvSpPr>
          <p:nvPr>
            <p:ph sz="half" idx="1"/>
          </p:nvPr>
        </p:nvSpPr>
        <p:spPr>
          <a:xfrm>
            <a:off x="1293813" y="685800"/>
            <a:ext cx="5029200" cy="4191000"/>
          </a:xfrm>
        </p:spPr>
        <p:txBody>
          <a:bodyPr/>
          <a:lstStyle>
            <a:lvl1pPr latinLnBrk="0">
              <a:defRPr lang="es-ES" sz="2800"/>
            </a:lvl1pPr>
            <a:lvl2pPr latinLnBrk="0">
              <a:defRPr lang="es-ES" sz="2400"/>
            </a:lvl2pPr>
            <a:lvl3pPr latinLnBrk="0">
              <a:defRPr lang="es-ES" sz="2000"/>
            </a:lvl3pPr>
            <a:lvl4pPr latinLnBrk="0">
              <a:defRPr lang="es-ES" sz="1800"/>
            </a:lvl4pPr>
            <a:lvl5pPr latinLnBrk="0">
              <a:defRPr lang="es-ES" sz="1800"/>
            </a:lvl5pPr>
            <a:lvl6pPr latinLnBrk="0">
              <a:defRPr lang="es-ES" sz="1800"/>
            </a:lvl6pPr>
            <a:lvl7pPr latinLnBrk="0">
              <a:defRPr lang="es-ES" sz="1800"/>
            </a:lvl7pPr>
            <a:lvl8pPr latinLnBrk="0">
              <a:defRPr lang="es-ES" sz="1800"/>
            </a:lvl8pPr>
            <a:lvl9pPr latinLnBrk="0">
              <a:defRPr lang="es-ES"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contenido 3"/>
          <p:cNvSpPr>
            <a:spLocks noGrp="1"/>
          </p:cNvSpPr>
          <p:nvPr>
            <p:ph sz="half" idx="2"/>
          </p:nvPr>
        </p:nvSpPr>
        <p:spPr>
          <a:xfrm>
            <a:off x="6551614" y="685800"/>
            <a:ext cx="5029199" cy="4191000"/>
          </a:xfrm>
        </p:spPr>
        <p:txBody>
          <a:bodyPr/>
          <a:lstStyle>
            <a:lvl1pPr latinLnBrk="0">
              <a:defRPr lang="es-ES" sz="2800"/>
            </a:lvl1pPr>
            <a:lvl2pPr latinLnBrk="0">
              <a:defRPr lang="es-ES" sz="2400"/>
            </a:lvl2pPr>
            <a:lvl3pPr latinLnBrk="0">
              <a:defRPr lang="es-ES" sz="2000"/>
            </a:lvl3pPr>
            <a:lvl4pPr latinLnBrk="0">
              <a:defRPr lang="es-ES" sz="1800"/>
            </a:lvl4pPr>
            <a:lvl5pPr latinLnBrk="0">
              <a:defRPr lang="es-ES" sz="1800"/>
            </a:lvl5pPr>
            <a:lvl6pPr latinLnBrk="0">
              <a:defRPr lang="es-ES" sz="1800"/>
            </a:lvl6pPr>
            <a:lvl7pPr latinLnBrk="0">
              <a:defRPr lang="es-ES" sz="1800"/>
            </a:lvl7pPr>
            <a:lvl8pPr latinLnBrk="0">
              <a:defRPr lang="es-ES" sz="1800"/>
            </a:lvl8pPr>
            <a:lvl9pPr latinLnBrk="0">
              <a:defRPr lang="es-ES"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posición de fecha 4"/>
          <p:cNvSpPr>
            <a:spLocks noGrp="1"/>
          </p:cNvSpPr>
          <p:nvPr>
            <p:ph type="dt" sz="half" idx="10"/>
          </p:nvPr>
        </p:nvSpPr>
        <p:spPr/>
        <p:txBody>
          <a:bodyPr/>
          <a:lstStyle/>
          <a:p>
            <a:fld id="{81C93FC7-9D1A-468B-98DB-D1E8D74418D9}" type="datetimeFigureOut">
              <a:t>15/01/2021</a:t>
            </a:fld>
            <a:endParaRPr lang="es-ES"/>
          </a:p>
        </p:txBody>
      </p:sp>
      <p:sp>
        <p:nvSpPr>
          <p:cNvPr id="6" name="Marcador de posición de pie de página 5"/>
          <p:cNvSpPr>
            <a:spLocks noGrp="1"/>
          </p:cNvSpPr>
          <p:nvPr>
            <p:ph type="ftr" sz="quarter" idx="11"/>
          </p:nvPr>
        </p:nvSpPr>
        <p:spPr/>
        <p:txBody>
          <a:bodyPr/>
          <a:lstStyle/>
          <a:p>
            <a:endParaRPr lang="es-ES"/>
          </a:p>
        </p:txBody>
      </p:sp>
      <p:sp>
        <p:nvSpPr>
          <p:cNvPr id="7" name="Marcador de posición de número de diapositiva 6"/>
          <p:cNvSpPr>
            <a:spLocks noGrp="1"/>
          </p:cNvSpPr>
          <p:nvPr>
            <p:ph type="sldNum" sz="quarter" idx="12"/>
          </p:nvPr>
        </p:nvSpPr>
        <p:spPr/>
        <p:txBody>
          <a:bodyPr/>
          <a:lstStyle/>
          <a:p>
            <a:fld id="{A3F31473-23EB-4724-8B59-FE6D21D89FA4}" type="slidenum">
              <a:t>‹Nº›</a:t>
            </a:fld>
            <a:endParaRPr lang="es-ES"/>
          </a:p>
        </p:txBody>
      </p:sp>
    </p:spTree>
    <p:extLst>
      <p:ext uri="{BB962C8B-B14F-4D97-AF65-F5344CB8AC3E}">
        <p14:creationId xmlns:p14="http://schemas.microsoft.com/office/powerpoint/2010/main" val="389701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latinLnBrk="0">
              <a:defRPr lang="es-ES"/>
            </a:lvl1pPr>
          </a:lstStyle>
          <a:p>
            <a:r>
              <a:rPr lang="es-ES"/>
              <a:t>Haga clic para modificar el estilo de título del patrón</a:t>
            </a:r>
          </a:p>
        </p:txBody>
      </p:sp>
      <p:sp>
        <p:nvSpPr>
          <p:cNvPr id="3" name="Marcador de posición de texto 2"/>
          <p:cNvSpPr>
            <a:spLocks noGrp="1"/>
          </p:cNvSpPr>
          <p:nvPr>
            <p:ph type="body" idx="1"/>
          </p:nvPr>
        </p:nvSpPr>
        <p:spPr>
          <a:xfrm>
            <a:off x="1293664" y="685800"/>
            <a:ext cx="5029200" cy="990600"/>
          </a:xfrm>
        </p:spPr>
        <p:txBody>
          <a:bodyPr anchor="ctr">
            <a:normAutofit/>
          </a:bodyPr>
          <a:lstStyle>
            <a:lvl1pPr marL="0" indent="0" latinLnBrk="0">
              <a:spcBef>
                <a:spcPts val="0"/>
              </a:spcBef>
              <a:buNone/>
              <a:defRPr lang="es-ES" sz="3200" b="0"/>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los estilos de texto del patrón</a:t>
            </a:r>
          </a:p>
        </p:txBody>
      </p:sp>
      <p:sp>
        <p:nvSpPr>
          <p:cNvPr id="4" name="Marcador de posición de contenido 3"/>
          <p:cNvSpPr>
            <a:spLocks noGrp="1"/>
          </p:cNvSpPr>
          <p:nvPr>
            <p:ph sz="half" idx="2"/>
          </p:nvPr>
        </p:nvSpPr>
        <p:spPr>
          <a:xfrm>
            <a:off x="1293664" y="1676400"/>
            <a:ext cx="5029200" cy="3200400"/>
          </a:xfrm>
        </p:spPr>
        <p:txBody>
          <a:bodyPr/>
          <a:lstStyle>
            <a:lvl1pPr latinLnBrk="0">
              <a:defRPr lang="es-ES" sz="2400"/>
            </a:lvl1pPr>
            <a:lvl2pPr latinLnBrk="0">
              <a:defRPr lang="es-ES" sz="2000"/>
            </a:lvl2pPr>
            <a:lvl3pPr latinLnBrk="0">
              <a:defRPr lang="es-ES" sz="1800"/>
            </a:lvl3pPr>
            <a:lvl4pPr latinLnBrk="0">
              <a:defRPr lang="es-ES" sz="1600"/>
            </a:lvl4pPr>
            <a:lvl5pPr latinLnBrk="0">
              <a:defRPr lang="es-ES" sz="1600"/>
            </a:lvl5pPr>
            <a:lvl6pPr latinLnBrk="0">
              <a:defRPr lang="es-ES" sz="1600"/>
            </a:lvl6pPr>
            <a:lvl7pPr latinLnBrk="0">
              <a:defRPr lang="es-ES" sz="1600"/>
            </a:lvl7pPr>
            <a:lvl8pPr latinLnBrk="0">
              <a:defRPr lang="es-ES" sz="1600"/>
            </a:lvl8pPr>
            <a:lvl9pPr latinLnBrk="0">
              <a:defRPr lang="es-ES"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posición de texto 4"/>
          <p:cNvSpPr>
            <a:spLocks noGrp="1"/>
          </p:cNvSpPr>
          <p:nvPr>
            <p:ph type="body" sz="quarter" idx="3"/>
          </p:nvPr>
        </p:nvSpPr>
        <p:spPr>
          <a:xfrm>
            <a:off x="6551613" y="685800"/>
            <a:ext cx="5029200" cy="990600"/>
          </a:xfrm>
        </p:spPr>
        <p:txBody>
          <a:bodyPr anchor="ctr">
            <a:normAutofit/>
          </a:bodyPr>
          <a:lstStyle>
            <a:lvl1pPr marL="0" indent="0" latinLnBrk="0">
              <a:spcBef>
                <a:spcPts val="0"/>
              </a:spcBef>
              <a:buNone/>
              <a:defRPr lang="es-ES" sz="3200" b="0"/>
            </a:lvl1pPr>
            <a:lvl2pPr marL="457200" indent="0" latinLnBrk="0">
              <a:buNone/>
              <a:defRPr lang="es-ES" sz="2000" b="1"/>
            </a:lvl2pPr>
            <a:lvl3pPr marL="914400" indent="0" latinLnBrk="0">
              <a:buNone/>
              <a:defRPr lang="es-ES" sz="1800" b="1"/>
            </a:lvl3pPr>
            <a:lvl4pPr marL="1371600" indent="0" latinLnBrk="0">
              <a:buNone/>
              <a:defRPr lang="es-ES" sz="1600" b="1"/>
            </a:lvl4pPr>
            <a:lvl5pPr marL="1828800" indent="0" latinLnBrk="0">
              <a:buNone/>
              <a:defRPr lang="es-ES" sz="1600" b="1"/>
            </a:lvl5pPr>
            <a:lvl6pPr marL="2286000" indent="0" latinLnBrk="0">
              <a:buNone/>
              <a:defRPr lang="es-ES" sz="1600" b="1"/>
            </a:lvl6pPr>
            <a:lvl7pPr marL="2743200" indent="0" latinLnBrk="0">
              <a:buNone/>
              <a:defRPr lang="es-ES" sz="1600" b="1"/>
            </a:lvl7pPr>
            <a:lvl8pPr marL="3200400" indent="0" latinLnBrk="0">
              <a:buNone/>
              <a:defRPr lang="es-ES" sz="1600" b="1"/>
            </a:lvl8pPr>
            <a:lvl9pPr marL="3657600" indent="0" latinLnBrk="0">
              <a:buNone/>
              <a:defRPr lang="es-ES" sz="1600" b="1"/>
            </a:lvl9pPr>
          </a:lstStyle>
          <a:p>
            <a:pPr lvl="0"/>
            <a:r>
              <a:rPr lang="es-ES"/>
              <a:t>Haga clic para modificar los estilos de texto del patrón</a:t>
            </a:r>
          </a:p>
        </p:txBody>
      </p:sp>
      <p:sp>
        <p:nvSpPr>
          <p:cNvPr id="6" name="Marcador de posición de contenido 5"/>
          <p:cNvSpPr>
            <a:spLocks noGrp="1"/>
          </p:cNvSpPr>
          <p:nvPr>
            <p:ph sz="quarter" idx="4"/>
          </p:nvPr>
        </p:nvSpPr>
        <p:spPr>
          <a:xfrm>
            <a:off x="6550025" y="1676400"/>
            <a:ext cx="5029200" cy="3200400"/>
          </a:xfrm>
        </p:spPr>
        <p:txBody>
          <a:bodyPr/>
          <a:lstStyle>
            <a:lvl1pPr latinLnBrk="0">
              <a:defRPr lang="es-ES" sz="2400"/>
            </a:lvl1pPr>
            <a:lvl2pPr latinLnBrk="0">
              <a:defRPr lang="es-ES" sz="2000"/>
            </a:lvl2pPr>
            <a:lvl3pPr latinLnBrk="0">
              <a:defRPr lang="es-ES" sz="1800"/>
            </a:lvl3pPr>
            <a:lvl4pPr latinLnBrk="0">
              <a:defRPr lang="es-ES" sz="1600"/>
            </a:lvl4pPr>
            <a:lvl5pPr latinLnBrk="0">
              <a:defRPr lang="es-ES" sz="1600"/>
            </a:lvl5pPr>
            <a:lvl6pPr latinLnBrk="0">
              <a:defRPr lang="es-ES" sz="1600"/>
            </a:lvl6pPr>
            <a:lvl7pPr latinLnBrk="0">
              <a:defRPr lang="es-ES" sz="1600"/>
            </a:lvl7pPr>
            <a:lvl8pPr latinLnBrk="0">
              <a:defRPr lang="es-ES" sz="1600"/>
            </a:lvl8pPr>
            <a:lvl9pPr latinLnBrk="0">
              <a:defRPr lang="es-ES"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posición de fecha 6"/>
          <p:cNvSpPr>
            <a:spLocks noGrp="1"/>
          </p:cNvSpPr>
          <p:nvPr>
            <p:ph type="dt" sz="half" idx="10"/>
          </p:nvPr>
        </p:nvSpPr>
        <p:spPr/>
        <p:txBody>
          <a:bodyPr/>
          <a:lstStyle/>
          <a:p>
            <a:fld id="{81C93FC7-9D1A-468B-98DB-D1E8D74418D9}" type="datetimeFigureOut">
              <a:t>15/01/2021</a:t>
            </a:fld>
            <a:endParaRPr lang="es-ES"/>
          </a:p>
        </p:txBody>
      </p:sp>
      <p:sp>
        <p:nvSpPr>
          <p:cNvPr id="8" name="Marcador de posición de pie de página 7"/>
          <p:cNvSpPr>
            <a:spLocks noGrp="1"/>
          </p:cNvSpPr>
          <p:nvPr>
            <p:ph type="ftr" sz="quarter" idx="11"/>
          </p:nvPr>
        </p:nvSpPr>
        <p:spPr/>
        <p:txBody>
          <a:bodyPr/>
          <a:lstStyle/>
          <a:p>
            <a:endParaRPr lang="es-ES"/>
          </a:p>
        </p:txBody>
      </p:sp>
      <p:sp>
        <p:nvSpPr>
          <p:cNvPr id="9" name="Marcador de posición de número de diapositiva 8"/>
          <p:cNvSpPr>
            <a:spLocks noGrp="1"/>
          </p:cNvSpPr>
          <p:nvPr>
            <p:ph type="sldNum" sz="quarter" idx="12"/>
          </p:nvPr>
        </p:nvSpPr>
        <p:spPr/>
        <p:txBody>
          <a:bodyPr/>
          <a:lstStyle/>
          <a:p>
            <a:fld id="{A3F31473-23EB-4724-8B59-FE6D21D89FA4}" type="slidenum">
              <a:t>‹Nº›</a:t>
            </a:fld>
            <a:endParaRPr lang="es-ES"/>
          </a:p>
        </p:txBody>
      </p:sp>
    </p:spTree>
    <p:extLst>
      <p:ext uri="{BB962C8B-B14F-4D97-AF65-F5344CB8AC3E}">
        <p14:creationId xmlns:p14="http://schemas.microsoft.com/office/powerpoint/2010/main" val="513096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fecha 2"/>
          <p:cNvSpPr>
            <a:spLocks noGrp="1"/>
          </p:cNvSpPr>
          <p:nvPr>
            <p:ph type="dt" sz="half" idx="10"/>
          </p:nvPr>
        </p:nvSpPr>
        <p:spPr/>
        <p:txBody>
          <a:bodyPr/>
          <a:lstStyle/>
          <a:p>
            <a:fld id="{81C93FC7-9D1A-468B-98DB-D1E8D74418D9}" type="datetimeFigureOut">
              <a:t>15/01/2021</a:t>
            </a:fld>
            <a:endParaRPr lang="es-ES"/>
          </a:p>
        </p:txBody>
      </p:sp>
      <p:sp>
        <p:nvSpPr>
          <p:cNvPr id="4" name="Marcador de posición de pie de página 3"/>
          <p:cNvSpPr>
            <a:spLocks noGrp="1"/>
          </p:cNvSpPr>
          <p:nvPr>
            <p:ph type="ftr" sz="quarter" idx="11"/>
          </p:nvPr>
        </p:nvSpPr>
        <p:spPr/>
        <p:txBody>
          <a:bodyPr/>
          <a:lstStyle/>
          <a:p>
            <a:endParaRPr lang="es-ES"/>
          </a:p>
        </p:txBody>
      </p:sp>
      <p:sp>
        <p:nvSpPr>
          <p:cNvPr id="5" name="Marcador de posición de número de diapositiva 4"/>
          <p:cNvSpPr>
            <a:spLocks noGrp="1"/>
          </p:cNvSpPr>
          <p:nvPr>
            <p:ph type="sldNum" sz="quarter" idx="12"/>
          </p:nvPr>
        </p:nvSpPr>
        <p:spPr/>
        <p:txBody>
          <a:bodyPr/>
          <a:lstStyle/>
          <a:p>
            <a:fld id="{A3F31473-23EB-4724-8B59-FE6D21D89FA4}" type="slidenum">
              <a:t>‹Nº›</a:t>
            </a:fld>
            <a:endParaRPr lang="es-ES"/>
          </a:p>
        </p:txBody>
      </p:sp>
    </p:spTree>
    <p:extLst>
      <p:ext uri="{BB962C8B-B14F-4D97-AF65-F5344CB8AC3E}">
        <p14:creationId xmlns:p14="http://schemas.microsoft.com/office/powerpoint/2010/main" val="3134428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posición de fecha 1"/>
          <p:cNvSpPr>
            <a:spLocks noGrp="1"/>
          </p:cNvSpPr>
          <p:nvPr>
            <p:ph type="dt" sz="half" idx="10"/>
          </p:nvPr>
        </p:nvSpPr>
        <p:spPr/>
        <p:txBody>
          <a:bodyPr/>
          <a:lstStyle/>
          <a:p>
            <a:fld id="{81C93FC7-9D1A-468B-98DB-D1E8D74418D9}" type="datetimeFigureOut">
              <a:t>15/01/2021</a:t>
            </a:fld>
            <a:endParaRPr lang="es-ES"/>
          </a:p>
        </p:txBody>
      </p:sp>
      <p:sp>
        <p:nvSpPr>
          <p:cNvPr id="3" name="Marcador de posición de pie de página 2"/>
          <p:cNvSpPr>
            <a:spLocks noGrp="1"/>
          </p:cNvSpPr>
          <p:nvPr>
            <p:ph type="ftr" sz="quarter" idx="11"/>
          </p:nvPr>
        </p:nvSpPr>
        <p:spPr/>
        <p:txBody>
          <a:bodyPr/>
          <a:lstStyle/>
          <a:p>
            <a:endParaRPr lang="es-ES"/>
          </a:p>
        </p:txBody>
      </p:sp>
      <p:sp>
        <p:nvSpPr>
          <p:cNvPr id="4" name="Marcador de posición de número de diapositiva 3"/>
          <p:cNvSpPr>
            <a:spLocks noGrp="1"/>
          </p:cNvSpPr>
          <p:nvPr>
            <p:ph type="sldNum" sz="quarter" idx="12"/>
          </p:nvPr>
        </p:nvSpPr>
        <p:spPr/>
        <p:txBody>
          <a:bodyPr/>
          <a:lstStyle/>
          <a:p>
            <a:fld id="{A3F31473-23EB-4724-8B59-FE6D21D89FA4}" type="slidenum">
              <a:t>‹Nº›</a:t>
            </a:fld>
            <a:endParaRPr lang="es-ES"/>
          </a:p>
        </p:txBody>
      </p:sp>
    </p:spTree>
    <p:extLst>
      <p:ext uri="{BB962C8B-B14F-4D97-AF65-F5344CB8AC3E}">
        <p14:creationId xmlns:p14="http://schemas.microsoft.com/office/powerpoint/2010/main" val="1910311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608014" y="685800"/>
            <a:ext cx="3962400" cy="4724400"/>
          </a:xfrm>
        </p:spPr>
        <p:txBody>
          <a:bodyPr anchor="b">
            <a:noAutofit/>
          </a:bodyPr>
          <a:lstStyle>
            <a:lvl1pPr algn="l" latinLnBrk="0">
              <a:defRPr lang="es-ES" sz="3600" b="0"/>
            </a:lvl1pPr>
          </a:lstStyle>
          <a:p>
            <a:r>
              <a:rPr lang="es-ES"/>
              <a:t>Haga clic para modificar el estilo de título del patrón</a:t>
            </a:r>
          </a:p>
        </p:txBody>
      </p:sp>
      <p:sp>
        <p:nvSpPr>
          <p:cNvPr id="3" name="Marcador de posición de contenido 2"/>
          <p:cNvSpPr>
            <a:spLocks noGrp="1"/>
          </p:cNvSpPr>
          <p:nvPr>
            <p:ph idx="1"/>
          </p:nvPr>
        </p:nvSpPr>
        <p:spPr>
          <a:xfrm>
            <a:off x="4875212" y="685800"/>
            <a:ext cx="6704171" cy="5486400"/>
          </a:xfrm>
        </p:spPr>
        <p:txBody>
          <a:bodyPr>
            <a:normAutofit/>
          </a:bodyPr>
          <a:lstStyle>
            <a:lvl1pPr latinLnBrk="0">
              <a:defRPr lang="es-ES" sz="2800"/>
            </a:lvl1pPr>
            <a:lvl2pPr latinLnBrk="0">
              <a:defRPr lang="es-ES" sz="2400"/>
            </a:lvl2pPr>
            <a:lvl3pPr latinLnBrk="0">
              <a:defRPr lang="es-ES" sz="2000"/>
            </a:lvl3pPr>
            <a:lvl4pPr latinLnBrk="0">
              <a:defRPr lang="es-ES" sz="1800"/>
            </a:lvl4pPr>
            <a:lvl5pPr latinLnBrk="0">
              <a:defRPr lang="es-ES" sz="1800"/>
            </a:lvl5pPr>
            <a:lvl6pPr latinLnBrk="0">
              <a:defRPr lang="es-ES" sz="1800" baseline="0"/>
            </a:lvl6pPr>
            <a:lvl7pPr latinLnBrk="0">
              <a:defRPr lang="es-ES" sz="1800" baseline="0"/>
            </a:lvl7pPr>
            <a:lvl8pPr latinLnBrk="0">
              <a:defRPr lang="es-ES" sz="1800" baseline="0"/>
            </a:lvl8pPr>
            <a:lvl9pPr latinLnBrk="0">
              <a:defRPr lang="es-ES" sz="1800" baseline="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texto 3"/>
          <p:cNvSpPr>
            <a:spLocks noGrp="1"/>
          </p:cNvSpPr>
          <p:nvPr>
            <p:ph type="body" sz="half" idx="2"/>
          </p:nvPr>
        </p:nvSpPr>
        <p:spPr>
          <a:xfrm>
            <a:off x="608013" y="5410200"/>
            <a:ext cx="3962400" cy="762000"/>
          </a:xfrm>
        </p:spPr>
        <p:txBody>
          <a:bodyPr>
            <a:normAutofit/>
          </a:bodyPr>
          <a:lstStyle>
            <a:lvl1pPr marL="0" indent="0" latinLnBrk="0">
              <a:spcBef>
                <a:spcPts val="0"/>
              </a:spcBef>
              <a:buNone/>
              <a:defRPr lang="es-ES" sz="2000"/>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los estilos de texto del patrón</a:t>
            </a:r>
          </a:p>
        </p:txBody>
      </p:sp>
      <p:sp>
        <p:nvSpPr>
          <p:cNvPr id="5" name="Marcador de posición de fecha 4"/>
          <p:cNvSpPr>
            <a:spLocks noGrp="1"/>
          </p:cNvSpPr>
          <p:nvPr>
            <p:ph type="dt" sz="half" idx="10"/>
          </p:nvPr>
        </p:nvSpPr>
        <p:spPr/>
        <p:txBody>
          <a:bodyPr/>
          <a:lstStyle/>
          <a:p>
            <a:fld id="{81C93FC7-9D1A-468B-98DB-D1E8D74418D9}" type="datetimeFigureOut">
              <a:t>15/01/2021</a:t>
            </a:fld>
            <a:endParaRPr lang="es-ES"/>
          </a:p>
        </p:txBody>
      </p:sp>
      <p:sp>
        <p:nvSpPr>
          <p:cNvPr id="6" name="Marcador de posición de pie de página 5"/>
          <p:cNvSpPr>
            <a:spLocks noGrp="1"/>
          </p:cNvSpPr>
          <p:nvPr>
            <p:ph type="ftr" sz="quarter" idx="11"/>
          </p:nvPr>
        </p:nvSpPr>
        <p:spPr/>
        <p:txBody>
          <a:bodyPr/>
          <a:lstStyle/>
          <a:p>
            <a:endParaRPr lang="es-ES"/>
          </a:p>
        </p:txBody>
      </p:sp>
      <p:sp>
        <p:nvSpPr>
          <p:cNvPr id="7" name="Marcador de posición de número de diapositiva 6"/>
          <p:cNvSpPr>
            <a:spLocks noGrp="1"/>
          </p:cNvSpPr>
          <p:nvPr>
            <p:ph type="sldNum" sz="quarter" idx="12"/>
          </p:nvPr>
        </p:nvSpPr>
        <p:spPr/>
        <p:txBody>
          <a:bodyPr/>
          <a:lstStyle/>
          <a:p>
            <a:fld id="{A3F31473-23EB-4724-8B59-FE6D21D89FA4}" type="slidenum">
              <a:t>‹Nº›</a:t>
            </a:fld>
            <a:endParaRPr lang="es-ES"/>
          </a:p>
        </p:txBody>
      </p:sp>
    </p:spTree>
    <p:extLst>
      <p:ext uri="{BB962C8B-B14F-4D97-AF65-F5344CB8AC3E}">
        <p14:creationId xmlns:p14="http://schemas.microsoft.com/office/powerpoint/2010/main" val="223472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608014" y="685800"/>
            <a:ext cx="3962400" cy="4724400"/>
          </a:xfrm>
        </p:spPr>
        <p:txBody>
          <a:bodyPr anchor="b">
            <a:normAutofit/>
          </a:bodyPr>
          <a:lstStyle>
            <a:lvl1pPr algn="l" latinLnBrk="0">
              <a:defRPr lang="es-ES" sz="3600" b="0"/>
            </a:lvl1pPr>
          </a:lstStyle>
          <a:p>
            <a:r>
              <a:rPr lang="es-ES"/>
              <a:t>Haga clic para modificar el estilo de título del patrón</a:t>
            </a:r>
          </a:p>
        </p:txBody>
      </p:sp>
      <p:sp>
        <p:nvSpPr>
          <p:cNvPr id="3" name="Marcador de posición de imagen 2"/>
          <p:cNvSpPr>
            <a:spLocks noGrp="1"/>
          </p:cNvSpPr>
          <p:nvPr>
            <p:ph type="pic" idx="1"/>
          </p:nvPr>
        </p:nvSpPr>
        <p:spPr>
          <a:xfrm>
            <a:off x="4875213" y="685800"/>
            <a:ext cx="6705600" cy="5486400"/>
          </a:xfrm>
          <a:ln w="63500">
            <a:solidFill>
              <a:schemeClr val="bg1"/>
            </a:solidFill>
            <a:miter lim="800000"/>
          </a:ln>
        </p:spPr>
        <p:txBody>
          <a:bodyPr/>
          <a:lstStyle>
            <a:lvl1pPr marL="0" indent="0" algn="ctr" latinLnBrk="0">
              <a:buNone/>
              <a:defRPr lang="es-ES" sz="3200"/>
            </a:lvl1pPr>
            <a:lvl2pPr marL="457200" indent="0" latinLnBrk="0">
              <a:buNone/>
              <a:defRPr lang="es-ES" sz="2800"/>
            </a:lvl2pPr>
            <a:lvl3pPr marL="914400" indent="0" latinLnBrk="0">
              <a:buNone/>
              <a:defRPr lang="es-ES" sz="2400"/>
            </a:lvl3pPr>
            <a:lvl4pPr marL="1371600" indent="0" latinLnBrk="0">
              <a:buNone/>
              <a:defRPr lang="es-ES" sz="2000"/>
            </a:lvl4pPr>
            <a:lvl5pPr marL="1828800" indent="0" latinLnBrk="0">
              <a:buNone/>
              <a:defRPr lang="es-ES" sz="2000"/>
            </a:lvl5pPr>
            <a:lvl6pPr marL="2286000" indent="0" latinLnBrk="0">
              <a:buNone/>
              <a:defRPr lang="es-ES" sz="2000"/>
            </a:lvl6pPr>
            <a:lvl7pPr marL="2743200" indent="0" latinLnBrk="0">
              <a:buNone/>
              <a:defRPr lang="es-ES" sz="2000"/>
            </a:lvl7pPr>
            <a:lvl8pPr marL="3200400" indent="0" latinLnBrk="0">
              <a:buNone/>
              <a:defRPr lang="es-ES" sz="2000"/>
            </a:lvl8pPr>
            <a:lvl9pPr marL="3657600" indent="0" latinLnBrk="0">
              <a:buNone/>
              <a:defRPr lang="es-ES" sz="2000"/>
            </a:lvl9pPr>
          </a:lstStyle>
          <a:p>
            <a:r>
              <a:rPr lang="es-ES"/>
              <a:t>Haga clic en el icono para agregar una imagen</a:t>
            </a:r>
          </a:p>
        </p:txBody>
      </p:sp>
      <p:sp>
        <p:nvSpPr>
          <p:cNvPr id="4" name="Marcador de posición de texto 3"/>
          <p:cNvSpPr>
            <a:spLocks noGrp="1"/>
          </p:cNvSpPr>
          <p:nvPr>
            <p:ph type="body" sz="half" idx="2"/>
          </p:nvPr>
        </p:nvSpPr>
        <p:spPr>
          <a:xfrm>
            <a:off x="608013" y="5410200"/>
            <a:ext cx="3962400" cy="762000"/>
          </a:xfrm>
        </p:spPr>
        <p:txBody>
          <a:bodyPr>
            <a:normAutofit/>
          </a:bodyPr>
          <a:lstStyle>
            <a:lvl1pPr marL="0" indent="0" latinLnBrk="0">
              <a:spcBef>
                <a:spcPts val="0"/>
              </a:spcBef>
              <a:buNone/>
              <a:defRPr lang="es-ES" sz="2000">
                <a:solidFill>
                  <a:schemeClr val="tx1"/>
                </a:solidFill>
              </a:defRPr>
            </a:lvl1pPr>
            <a:lvl2pPr marL="457200" indent="0" latinLnBrk="0">
              <a:buNone/>
              <a:defRPr lang="es-ES" sz="1200"/>
            </a:lvl2pPr>
            <a:lvl3pPr marL="914400" indent="0" latinLnBrk="0">
              <a:buNone/>
              <a:defRPr lang="es-ES" sz="1000"/>
            </a:lvl3pPr>
            <a:lvl4pPr marL="1371600" indent="0" latinLnBrk="0">
              <a:buNone/>
              <a:defRPr lang="es-ES" sz="900"/>
            </a:lvl4pPr>
            <a:lvl5pPr marL="1828800" indent="0" latinLnBrk="0">
              <a:buNone/>
              <a:defRPr lang="es-ES" sz="900"/>
            </a:lvl5pPr>
            <a:lvl6pPr marL="2286000" indent="0" latinLnBrk="0">
              <a:buNone/>
              <a:defRPr lang="es-ES" sz="900"/>
            </a:lvl6pPr>
            <a:lvl7pPr marL="2743200" indent="0" latinLnBrk="0">
              <a:buNone/>
              <a:defRPr lang="es-ES" sz="900"/>
            </a:lvl7pPr>
            <a:lvl8pPr marL="3200400" indent="0" latinLnBrk="0">
              <a:buNone/>
              <a:defRPr lang="es-ES" sz="900"/>
            </a:lvl8pPr>
            <a:lvl9pPr marL="3657600" indent="0" latinLnBrk="0">
              <a:buNone/>
              <a:defRPr lang="es-ES" sz="900"/>
            </a:lvl9pPr>
          </a:lstStyle>
          <a:p>
            <a:pPr lvl="0"/>
            <a:r>
              <a:rPr lang="es-ES"/>
              <a:t>Haga clic para modificar los estilos de texto del patrón</a:t>
            </a:r>
          </a:p>
        </p:txBody>
      </p:sp>
      <p:sp>
        <p:nvSpPr>
          <p:cNvPr id="5" name="Marcador de posición de fecha 4"/>
          <p:cNvSpPr>
            <a:spLocks noGrp="1"/>
          </p:cNvSpPr>
          <p:nvPr>
            <p:ph type="dt" sz="half" idx="10"/>
          </p:nvPr>
        </p:nvSpPr>
        <p:spPr/>
        <p:txBody>
          <a:bodyPr/>
          <a:lstStyle/>
          <a:p>
            <a:fld id="{81C93FC7-9D1A-468B-98DB-D1E8D74418D9}" type="datetimeFigureOut">
              <a:t>15/01/2021</a:t>
            </a:fld>
            <a:endParaRPr lang="es-ES"/>
          </a:p>
        </p:txBody>
      </p:sp>
      <p:sp>
        <p:nvSpPr>
          <p:cNvPr id="6" name="Marcador de posición de pie de página 5"/>
          <p:cNvSpPr>
            <a:spLocks noGrp="1"/>
          </p:cNvSpPr>
          <p:nvPr>
            <p:ph type="ftr" sz="quarter" idx="11"/>
          </p:nvPr>
        </p:nvSpPr>
        <p:spPr/>
        <p:txBody>
          <a:bodyPr/>
          <a:lstStyle/>
          <a:p>
            <a:endParaRPr lang="es-ES"/>
          </a:p>
        </p:txBody>
      </p:sp>
      <p:sp>
        <p:nvSpPr>
          <p:cNvPr id="7" name="Marcador de posición de número de diapositiva 6"/>
          <p:cNvSpPr>
            <a:spLocks noGrp="1"/>
          </p:cNvSpPr>
          <p:nvPr>
            <p:ph type="sldNum" sz="quarter" idx="12"/>
          </p:nvPr>
        </p:nvSpPr>
        <p:spPr/>
        <p:txBody>
          <a:bodyPr/>
          <a:lstStyle/>
          <a:p>
            <a:fld id="{A3F31473-23EB-4724-8B59-FE6D21D89FA4}" type="slidenum">
              <a:t>‹Nº›</a:t>
            </a:fld>
            <a:endParaRPr lang="es-ES"/>
          </a:p>
        </p:txBody>
      </p:sp>
    </p:spTree>
    <p:extLst>
      <p:ext uri="{BB962C8B-B14F-4D97-AF65-F5344CB8AC3E}">
        <p14:creationId xmlns:p14="http://schemas.microsoft.com/office/powerpoint/2010/main" val="3352041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posición de texto vertical 2"/>
          <p:cNvSpPr>
            <a:spLocks noGrp="1"/>
          </p:cNvSpPr>
          <p:nvPr>
            <p:ph type="body" orient="vert" idx="1"/>
          </p:nvPr>
        </p:nvSpPr>
        <p:spPr/>
        <p:txBody>
          <a:bodyPr vert="eaVert"/>
          <a:lstStyle>
            <a:lvl5pPr latinLnBrk="0">
              <a:defRPr lang="es-ES"/>
            </a:lvl5pPr>
            <a:lvl6pPr latinLnBrk="0">
              <a:defRPr lang="es-ES"/>
            </a:lvl6pPr>
            <a:lvl7pPr latinLnBrk="0">
              <a:defRPr lang="es-ES"/>
            </a:lvl7pPr>
            <a:lvl8pPr latinLnBrk="0">
              <a:defRPr lang="es-ES" baseline="0"/>
            </a:lvl8pPr>
            <a:lvl9pPr latinLnBrk="0">
              <a:defRPr lang="es-ES" baseline="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fecha 3"/>
          <p:cNvSpPr>
            <a:spLocks noGrp="1"/>
          </p:cNvSpPr>
          <p:nvPr>
            <p:ph type="dt" sz="half" idx="10"/>
          </p:nvPr>
        </p:nvSpPr>
        <p:spPr/>
        <p:txBody>
          <a:bodyPr/>
          <a:lstStyle/>
          <a:p>
            <a:fld id="{81C93FC7-9D1A-468B-98DB-D1E8D74418D9}" type="datetimeFigureOut">
              <a:t>15/01/2021</a:t>
            </a:fld>
            <a:endParaRPr lang="es-ES"/>
          </a:p>
        </p:txBody>
      </p:sp>
      <p:sp>
        <p:nvSpPr>
          <p:cNvPr id="5" name="Marcador de posición de pie de página 4"/>
          <p:cNvSpPr>
            <a:spLocks noGrp="1"/>
          </p:cNvSpPr>
          <p:nvPr>
            <p:ph type="ftr" sz="quarter" idx="11"/>
          </p:nvPr>
        </p:nvSpPr>
        <p:spPr/>
        <p:txBody>
          <a:bodyPr/>
          <a:lstStyle/>
          <a:p>
            <a:endParaRPr lang="es-ES"/>
          </a:p>
        </p:txBody>
      </p:sp>
      <p:sp>
        <p:nvSpPr>
          <p:cNvPr id="6" name="Marcador de posición de número de diapositiva 5"/>
          <p:cNvSpPr>
            <a:spLocks noGrp="1"/>
          </p:cNvSpPr>
          <p:nvPr>
            <p:ph type="sldNum" sz="quarter" idx="12"/>
          </p:nvPr>
        </p:nvSpPr>
        <p:spPr/>
        <p:txBody>
          <a:bodyPr/>
          <a:lstStyle/>
          <a:p>
            <a:fld id="{A3F31473-23EB-4724-8B59-FE6D21D89FA4}" type="slidenum">
              <a:t>‹Nº›</a:t>
            </a:fld>
            <a:endParaRPr lang="es-ES"/>
          </a:p>
        </p:txBody>
      </p:sp>
    </p:spTree>
    <p:extLst>
      <p:ext uri="{BB962C8B-B14F-4D97-AF65-F5344CB8AC3E}">
        <p14:creationId xmlns:p14="http://schemas.microsoft.com/office/powerpoint/2010/main" val="217629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y texto verticale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10285412" y="685800"/>
            <a:ext cx="1295401" cy="5486400"/>
          </a:xfrm>
        </p:spPr>
        <p:txBody>
          <a:bodyPr vert="eaVert"/>
          <a:lstStyle/>
          <a:p>
            <a:r>
              <a:rPr lang="es-ES"/>
              <a:t>Haga clic para modificar el estilo de título del patrón</a:t>
            </a:r>
          </a:p>
        </p:txBody>
      </p:sp>
      <p:sp>
        <p:nvSpPr>
          <p:cNvPr id="3" name="Marcador de posición de texto vertical 2"/>
          <p:cNvSpPr>
            <a:spLocks noGrp="1"/>
          </p:cNvSpPr>
          <p:nvPr>
            <p:ph type="body" orient="vert" idx="1"/>
          </p:nvPr>
        </p:nvSpPr>
        <p:spPr>
          <a:xfrm>
            <a:off x="608012" y="685800"/>
            <a:ext cx="9474253" cy="5486400"/>
          </a:xfrm>
        </p:spPr>
        <p:txBody>
          <a:bodyPr vert="eaVert"/>
          <a:lstStyle>
            <a:lvl5pPr latinLnBrk="0">
              <a:defRPr lang="es-ES"/>
            </a:lvl5pPr>
            <a:lvl6pPr latinLnBrk="0">
              <a:defRPr lang="es-ES"/>
            </a:lvl6pPr>
            <a:lvl7pPr latinLnBrk="0">
              <a:defRPr lang="es-ES"/>
            </a:lvl7pPr>
            <a:lvl8pPr latinLnBrk="0">
              <a:defRPr lang="es-ES" baseline="0"/>
            </a:lvl8pPr>
            <a:lvl9pPr latinLnBrk="0">
              <a:defRPr lang="es-ES" baseline="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fecha 3"/>
          <p:cNvSpPr>
            <a:spLocks noGrp="1"/>
          </p:cNvSpPr>
          <p:nvPr>
            <p:ph type="dt" sz="half" idx="10"/>
          </p:nvPr>
        </p:nvSpPr>
        <p:spPr/>
        <p:txBody>
          <a:bodyPr/>
          <a:lstStyle/>
          <a:p>
            <a:fld id="{81C93FC7-9D1A-468B-98DB-D1E8D74418D9}" type="datetimeFigureOut">
              <a:t>15/01/2021</a:t>
            </a:fld>
            <a:endParaRPr lang="es-ES"/>
          </a:p>
        </p:txBody>
      </p:sp>
      <p:sp>
        <p:nvSpPr>
          <p:cNvPr id="5" name="Marcador de posición de pie de página 4"/>
          <p:cNvSpPr>
            <a:spLocks noGrp="1"/>
          </p:cNvSpPr>
          <p:nvPr>
            <p:ph type="ftr" sz="quarter" idx="11"/>
          </p:nvPr>
        </p:nvSpPr>
        <p:spPr/>
        <p:txBody>
          <a:bodyPr/>
          <a:lstStyle/>
          <a:p>
            <a:endParaRPr lang="es-ES"/>
          </a:p>
        </p:txBody>
      </p:sp>
      <p:sp>
        <p:nvSpPr>
          <p:cNvPr id="6" name="Marcador de posición de número de diapositiva 5"/>
          <p:cNvSpPr>
            <a:spLocks noGrp="1"/>
          </p:cNvSpPr>
          <p:nvPr>
            <p:ph type="sldNum" sz="quarter" idx="12"/>
          </p:nvPr>
        </p:nvSpPr>
        <p:spPr/>
        <p:txBody>
          <a:bodyPr/>
          <a:lstStyle/>
          <a:p>
            <a:fld id="{A3F31473-23EB-4724-8B59-FE6D21D89FA4}" type="slidenum">
              <a:t>‹Nº›</a:t>
            </a:fld>
            <a:endParaRPr lang="es-ES"/>
          </a:p>
        </p:txBody>
      </p:sp>
    </p:spTree>
    <p:extLst>
      <p:ext uri="{BB962C8B-B14F-4D97-AF65-F5344CB8AC3E}">
        <p14:creationId xmlns:p14="http://schemas.microsoft.com/office/powerpoint/2010/main" val="3850052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609441" y="5105400"/>
            <a:ext cx="10971372" cy="1066800"/>
          </a:xfrm>
          <a:prstGeom prst="rect">
            <a:avLst/>
          </a:prstGeom>
        </p:spPr>
        <p:txBody>
          <a:bodyPr vert="horz" lIns="91440" tIns="45720" rIns="91440" bIns="45720" rtlCol="0" anchor="b">
            <a:normAutofit/>
          </a:bodyPr>
          <a:lstStyle/>
          <a:p>
            <a:r>
              <a:rPr lang="es-ES"/>
              <a:t>Haga clic para modificar el estilo de título del patrón</a:t>
            </a:r>
          </a:p>
        </p:txBody>
      </p:sp>
      <p:sp>
        <p:nvSpPr>
          <p:cNvPr id="3" name="Marcador de posición de texto 2"/>
          <p:cNvSpPr>
            <a:spLocks noGrp="1"/>
          </p:cNvSpPr>
          <p:nvPr>
            <p:ph type="body" idx="1"/>
          </p:nvPr>
        </p:nvSpPr>
        <p:spPr>
          <a:xfrm>
            <a:off x="1293813" y="685800"/>
            <a:ext cx="10287000" cy="4190999"/>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posición de fecha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latinLnBrk="0">
              <a:defRPr lang="es-ES" sz="1200">
                <a:solidFill>
                  <a:srgbClr val="8C8C8C"/>
                </a:solidFill>
              </a:defRPr>
            </a:lvl1pPr>
          </a:lstStyle>
          <a:p>
            <a:fld id="{81C93FC7-9D1A-468B-98DB-D1E8D74418D9}" type="datetimeFigureOut">
              <a:pPr/>
              <a:t>15/01/2021</a:t>
            </a:fld>
            <a:endParaRPr lang="es-ES"/>
          </a:p>
        </p:txBody>
      </p:sp>
      <p:sp>
        <p:nvSpPr>
          <p:cNvPr id="5" name="Marcador de posición de pie de página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latinLnBrk="0">
              <a:defRPr lang="es-ES" sz="1200">
                <a:solidFill>
                  <a:srgbClr val="8C8C8C"/>
                </a:solidFill>
              </a:defRPr>
            </a:lvl1pPr>
          </a:lstStyle>
          <a:p>
            <a:endParaRPr lang="es-ES"/>
          </a:p>
        </p:txBody>
      </p:sp>
      <p:sp>
        <p:nvSpPr>
          <p:cNvPr id="6" name="Marcador de posición de número de diapositiva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latinLnBrk="0">
              <a:defRPr lang="es-ES" sz="1200">
                <a:solidFill>
                  <a:srgbClr val="8C8C8C"/>
                </a:solidFill>
              </a:defRPr>
            </a:lvl1pPr>
          </a:lstStyle>
          <a:p>
            <a:fld id="{A3F31473-23EB-4724-8B59-FE6D21D89FA4}" type="slidenum">
              <a:pPr/>
              <a:t>‹Nº›</a:t>
            </a:fld>
            <a:endParaRPr lang="es-ES"/>
          </a:p>
        </p:txBody>
      </p:sp>
    </p:spTree>
    <p:extLst>
      <p:ext uri="{BB962C8B-B14F-4D97-AF65-F5344CB8AC3E}">
        <p14:creationId xmlns:p14="http://schemas.microsoft.com/office/powerpoint/2010/main" val="34492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lang="es-ES" sz="36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tx1"/>
        </a:buClr>
        <a:buSzPct val="80000"/>
        <a:buFont typeface="Arial" pitchFamily="34" charset="0"/>
        <a:buChar char="•"/>
        <a:defRPr lang="es-ES" sz="2800" kern="1200">
          <a:solidFill>
            <a:schemeClr val="tx1"/>
          </a:solidFill>
          <a:latin typeface="+mn-lt"/>
          <a:ea typeface="+mn-ea"/>
          <a:cs typeface="+mn-cs"/>
        </a:defRPr>
      </a:lvl1pPr>
      <a:lvl2pPr marL="615950" indent="-285750" algn="l" defTabSz="914400" rtl="0" eaLnBrk="1" latinLnBrk="0" hangingPunct="1">
        <a:lnSpc>
          <a:spcPct val="90000"/>
        </a:lnSpc>
        <a:spcBef>
          <a:spcPts val="600"/>
        </a:spcBef>
        <a:buSzPct val="80000"/>
        <a:buFont typeface="Corbel" pitchFamily="34" charset="0"/>
        <a:buChar char="–"/>
        <a:defRPr lang="es-ES" sz="2400" kern="1200">
          <a:solidFill>
            <a:schemeClr val="tx1"/>
          </a:solidFill>
          <a:latin typeface="+mn-lt"/>
          <a:ea typeface="+mn-ea"/>
          <a:cs typeface="+mn-cs"/>
        </a:defRPr>
      </a:lvl2pPr>
      <a:lvl3pPr marL="996696" indent="-228600" algn="l" defTabSz="914400" rtl="0" eaLnBrk="1" latinLnBrk="0" hangingPunct="1">
        <a:lnSpc>
          <a:spcPct val="90000"/>
        </a:lnSpc>
        <a:spcBef>
          <a:spcPts val="600"/>
        </a:spcBef>
        <a:buClr>
          <a:schemeClr val="tx1"/>
        </a:buClr>
        <a:buSzPct val="80000"/>
        <a:buFont typeface="Arial" pitchFamily="34" charset="0"/>
        <a:buChar char="•"/>
        <a:defRPr lang="es-ES" sz="2000" kern="1200">
          <a:solidFill>
            <a:schemeClr val="tx1"/>
          </a:solidFill>
          <a:latin typeface="+mn-lt"/>
          <a:ea typeface="+mn-ea"/>
          <a:cs typeface="+mn-cs"/>
        </a:defRPr>
      </a:lvl3pPr>
      <a:lvl4pPr marL="1380744" indent="-283464" algn="l" defTabSz="914400" rtl="0" eaLnBrk="1" latinLnBrk="0" hangingPunct="1">
        <a:lnSpc>
          <a:spcPct val="90000"/>
        </a:lnSpc>
        <a:spcBef>
          <a:spcPts val="600"/>
        </a:spcBef>
        <a:buFont typeface="Corbel" pitchFamily="34" charset="0"/>
        <a:buChar char="–"/>
        <a:defRPr lang="es-ES" sz="1800" kern="1200">
          <a:solidFill>
            <a:schemeClr val="tx1"/>
          </a:solidFill>
          <a:latin typeface="+mn-lt"/>
          <a:ea typeface="+mn-ea"/>
          <a:cs typeface="+mn-cs"/>
        </a:defRPr>
      </a:lvl4pPr>
      <a:lvl5pPr marL="1764792" indent="-228600" algn="l" defTabSz="914400" rtl="0" eaLnBrk="1" latinLnBrk="0" hangingPunct="1">
        <a:lnSpc>
          <a:spcPct val="90000"/>
        </a:lnSpc>
        <a:spcBef>
          <a:spcPts val="600"/>
        </a:spcBef>
        <a:buClr>
          <a:schemeClr val="tx1"/>
        </a:buClr>
        <a:buSzPct val="80000"/>
        <a:buFont typeface="Arial" pitchFamily="34" charset="0"/>
        <a:buChar char="•"/>
        <a:defRPr lang="es-ES" sz="1800"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lang="es-ES"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lang="es-ES"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lang="es-ES"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84;p13">
            <a:extLst>
              <a:ext uri="{FF2B5EF4-FFF2-40B4-BE49-F238E27FC236}">
                <a16:creationId xmlns:a16="http://schemas.microsoft.com/office/drawing/2014/main" id="{9FADF924-5B16-4169-A583-CA94197BFFA0}"/>
              </a:ext>
            </a:extLst>
          </p:cNvPr>
          <p:cNvPicPr preferRelativeResize="0"/>
          <p:nvPr/>
        </p:nvPicPr>
        <p:blipFill rotWithShape="1">
          <a:blip r:embed="rId2">
            <a:alphaModFix/>
          </a:blip>
          <a:srcRect/>
          <a:stretch/>
        </p:blipFill>
        <p:spPr>
          <a:xfrm>
            <a:off x="-3175" y="-15551"/>
            <a:ext cx="12192000" cy="6858000"/>
          </a:xfrm>
          <a:prstGeom prst="rect">
            <a:avLst/>
          </a:prstGeom>
          <a:noFill/>
          <a:ln>
            <a:noFill/>
          </a:ln>
        </p:spPr>
      </p:pic>
      <p:sp>
        <p:nvSpPr>
          <p:cNvPr id="3" name="Google Shape;86;p13">
            <a:extLst>
              <a:ext uri="{FF2B5EF4-FFF2-40B4-BE49-F238E27FC236}">
                <a16:creationId xmlns:a16="http://schemas.microsoft.com/office/drawing/2014/main" id="{1CCB3C35-E146-435D-B042-3A06AAFB31A0}"/>
              </a:ext>
            </a:extLst>
          </p:cNvPr>
          <p:cNvSpPr txBox="1"/>
          <p:nvPr/>
        </p:nvSpPr>
        <p:spPr>
          <a:xfrm>
            <a:off x="3342664" y="1501558"/>
            <a:ext cx="618074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b="1" dirty="0">
                <a:solidFill>
                  <a:srgbClr val="002060"/>
                </a:solidFill>
                <a:latin typeface="Arial Black"/>
                <a:ea typeface="Arial Black"/>
                <a:cs typeface="Arial Black"/>
                <a:sym typeface="Arial Black"/>
              </a:rPr>
              <a:t>Asignatura: Base de Datos</a:t>
            </a:r>
            <a:endParaRPr dirty="0"/>
          </a:p>
        </p:txBody>
      </p:sp>
      <p:sp>
        <p:nvSpPr>
          <p:cNvPr id="5" name="Google Shape;89;p13">
            <a:extLst>
              <a:ext uri="{FF2B5EF4-FFF2-40B4-BE49-F238E27FC236}">
                <a16:creationId xmlns:a16="http://schemas.microsoft.com/office/drawing/2014/main" id="{72A4E776-5D6E-4CAF-8692-5AD62F5F61F5}"/>
              </a:ext>
            </a:extLst>
          </p:cNvPr>
          <p:cNvSpPr txBox="1"/>
          <p:nvPr/>
        </p:nvSpPr>
        <p:spPr>
          <a:xfrm>
            <a:off x="3356627" y="1889551"/>
            <a:ext cx="860518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b="1" dirty="0">
                <a:solidFill>
                  <a:srgbClr val="002060"/>
                </a:solidFill>
                <a:latin typeface="Arial Black"/>
                <a:ea typeface="Arial Black"/>
                <a:cs typeface="Arial Black"/>
                <a:sym typeface="Arial Black"/>
              </a:rPr>
              <a:t>Unidad 1. Modelo Entidad – Relación y Relacional</a:t>
            </a:r>
            <a:endParaRPr lang="es-MX" dirty="0"/>
          </a:p>
        </p:txBody>
      </p:sp>
      <p:sp>
        <p:nvSpPr>
          <p:cNvPr id="6" name="Google Shape;89;p13">
            <a:extLst>
              <a:ext uri="{FF2B5EF4-FFF2-40B4-BE49-F238E27FC236}">
                <a16:creationId xmlns:a16="http://schemas.microsoft.com/office/drawing/2014/main" id="{41600B5E-4AFB-44AA-A5ED-349B6A254A40}"/>
              </a:ext>
            </a:extLst>
          </p:cNvPr>
          <p:cNvSpPr txBox="1"/>
          <p:nvPr/>
        </p:nvSpPr>
        <p:spPr>
          <a:xfrm>
            <a:off x="3356627" y="2277544"/>
            <a:ext cx="371931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b="1" dirty="0">
                <a:solidFill>
                  <a:srgbClr val="002060"/>
                </a:solidFill>
                <a:latin typeface="Arial Black"/>
                <a:ea typeface="Arial Black"/>
                <a:cs typeface="Arial Black"/>
                <a:sym typeface="Arial Black"/>
              </a:rPr>
              <a:t>Tema: 2 Modelado E-R</a:t>
            </a:r>
            <a:endParaRPr lang="es-MX" dirty="0"/>
          </a:p>
        </p:txBody>
      </p:sp>
      <p:sp>
        <p:nvSpPr>
          <p:cNvPr id="8" name="Google Shape;85;p13">
            <a:extLst>
              <a:ext uri="{FF2B5EF4-FFF2-40B4-BE49-F238E27FC236}">
                <a16:creationId xmlns:a16="http://schemas.microsoft.com/office/drawing/2014/main" id="{EAE57498-170B-4C67-B2BA-9E734D78D404}"/>
              </a:ext>
            </a:extLst>
          </p:cNvPr>
          <p:cNvSpPr/>
          <p:nvPr/>
        </p:nvSpPr>
        <p:spPr>
          <a:xfrm>
            <a:off x="7591110" y="3616450"/>
            <a:ext cx="459771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dirty="0">
                <a:solidFill>
                  <a:srgbClr val="028D3A"/>
                </a:solidFill>
                <a:latin typeface="Arial"/>
                <a:ea typeface="Arial"/>
                <a:cs typeface="Arial"/>
                <a:sym typeface="Arial"/>
              </a:rPr>
              <a:t>1.2.1 Modelo E-R</a:t>
            </a:r>
            <a:endParaRPr sz="1400" dirty="0">
              <a:solidFill>
                <a:srgbClr val="028D3A"/>
              </a:solidFill>
              <a:latin typeface="Arial"/>
              <a:ea typeface="Arial"/>
              <a:cs typeface="Arial"/>
              <a:sym typeface="Arial"/>
            </a:endParaRPr>
          </a:p>
        </p:txBody>
      </p:sp>
      <p:sp>
        <p:nvSpPr>
          <p:cNvPr id="7" name="Google Shape;86;p13">
            <a:extLst>
              <a:ext uri="{FF2B5EF4-FFF2-40B4-BE49-F238E27FC236}">
                <a16:creationId xmlns:a16="http://schemas.microsoft.com/office/drawing/2014/main" id="{9A703898-DDD8-46A3-BC99-5C6777DDF19B}"/>
              </a:ext>
            </a:extLst>
          </p:cNvPr>
          <p:cNvSpPr txBox="1"/>
          <p:nvPr/>
        </p:nvSpPr>
        <p:spPr>
          <a:xfrm>
            <a:off x="6433038" y="347318"/>
            <a:ext cx="618074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b="1" dirty="0">
                <a:solidFill>
                  <a:srgbClr val="002060"/>
                </a:solidFill>
                <a:latin typeface="Arial Black"/>
                <a:ea typeface="Arial Black"/>
                <a:cs typeface="Arial Black"/>
                <a:sym typeface="Arial Black"/>
              </a:rPr>
              <a:t>Tecnologías de Información</a:t>
            </a:r>
            <a:endParaRPr dirty="0"/>
          </a:p>
        </p:txBody>
      </p:sp>
    </p:spTree>
    <p:extLst>
      <p:ext uri="{BB962C8B-B14F-4D97-AF65-F5344CB8AC3E}">
        <p14:creationId xmlns:p14="http://schemas.microsoft.com/office/powerpoint/2010/main" val="3018464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endParaRPr lang="es-ES" dirty="0"/>
          </a:p>
        </p:txBody>
      </p:sp>
      <p:sp>
        <p:nvSpPr>
          <p:cNvPr id="6" name="Título 1"/>
          <p:cNvSpPr txBox="1">
            <a:spLocks/>
          </p:cNvSpPr>
          <p:nvPr/>
        </p:nvSpPr>
        <p:spPr>
          <a:xfrm>
            <a:off x="31069" y="27214"/>
            <a:ext cx="12157756" cy="685800"/>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Contenido</a:t>
            </a:r>
          </a:p>
        </p:txBody>
      </p:sp>
      <p:graphicFrame>
        <p:nvGraphicFramePr>
          <p:cNvPr id="5" name="3 Marcador de contenido">
            <a:extLst>
              <a:ext uri="{FF2B5EF4-FFF2-40B4-BE49-F238E27FC236}">
                <a16:creationId xmlns:a16="http://schemas.microsoft.com/office/drawing/2014/main" id="{CCF77D36-D543-4511-B7E0-C348AE2B67D3}"/>
              </a:ext>
            </a:extLst>
          </p:cNvPr>
          <p:cNvGraphicFramePr>
            <a:graphicFrameLocks noGrp="1"/>
          </p:cNvGraphicFramePr>
          <p:nvPr>
            <p:ph idx="1"/>
            <p:extLst>
              <p:ext uri="{D42A27DB-BD31-4B8C-83A1-F6EECF244321}">
                <p14:modId xmlns:p14="http://schemas.microsoft.com/office/powerpoint/2010/main" val="2877196964"/>
              </p:ext>
            </p:extLst>
          </p:nvPr>
        </p:nvGraphicFramePr>
        <p:xfrm>
          <a:off x="2208212" y="911424"/>
          <a:ext cx="8229600" cy="51845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7891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85800"/>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Proceso de Diseño de Base de Datos</a:t>
            </a:r>
          </a:p>
        </p:txBody>
      </p:sp>
      <p:graphicFrame>
        <p:nvGraphicFramePr>
          <p:cNvPr id="7" name="5 Marcador de contenido">
            <a:extLst>
              <a:ext uri="{FF2B5EF4-FFF2-40B4-BE49-F238E27FC236}">
                <a16:creationId xmlns:a16="http://schemas.microsoft.com/office/drawing/2014/main" id="{02B8C36B-CA7E-42FF-960C-9A60AB69338F}"/>
              </a:ext>
            </a:extLst>
          </p:cNvPr>
          <p:cNvGraphicFramePr>
            <a:graphicFrameLocks noGrp="1"/>
          </p:cNvGraphicFramePr>
          <p:nvPr>
            <p:ph idx="1"/>
            <p:extLst>
              <p:ext uri="{D42A27DB-BD31-4B8C-83A1-F6EECF244321}">
                <p14:modId xmlns:p14="http://schemas.microsoft.com/office/powerpoint/2010/main" val="1154739159"/>
              </p:ext>
            </p:extLst>
          </p:nvPr>
        </p:nvGraphicFramePr>
        <p:xfrm>
          <a:off x="2132012" y="1166019"/>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5590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85800"/>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Proceso de diseño de base de datos</a:t>
            </a:r>
          </a:p>
        </p:txBody>
      </p:sp>
      <p:graphicFrame>
        <p:nvGraphicFramePr>
          <p:cNvPr id="10" name="3 Marcador de contenido">
            <a:extLst>
              <a:ext uri="{FF2B5EF4-FFF2-40B4-BE49-F238E27FC236}">
                <a16:creationId xmlns:a16="http://schemas.microsoft.com/office/drawing/2014/main" id="{FAA88BBE-EF5F-40A7-8C7E-2971D31D2AB3}"/>
              </a:ext>
            </a:extLst>
          </p:cNvPr>
          <p:cNvGraphicFramePr>
            <a:graphicFrameLocks noGrp="1"/>
          </p:cNvGraphicFramePr>
          <p:nvPr>
            <p:ph idx="1"/>
            <p:extLst>
              <p:ext uri="{D42A27DB-BD31-4B8C-83A1-F6EECF244321}">
                <p14:modId xmlns:p14="http://schemas.microsoft.com/office/powerpoint/2010/main" val="2698461625"/>
              </p:ext>
            </p:extLst>
          </p:nvPr>
        </p:nvGraphicFramePr>
        <p:xfrm>
          <a:off x="684212" y="990600"/>
          <a:ext cx="10744200"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5941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85800"/>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Proceso de diseño de base de datos</a:t>
            </a:r>
          </a:p>
        </p:txBody>
      </p:sp>
      <p:graphicFrame>
        <p:nvGraphicFramePr>
          <p:cNvPr id="7" name="3 Marcador de contenido">
            <a:extLst>
              <a:ext uri="{FF2B5EF4-FFF2-40B4-BE49-F238E27FC236}">
                <a16:creationId xmlns:a16="http://schemas.microsoft.com/office/drawing/2014/main" id="{F39CBF58-8155-41B6-B6F8-AC4751CFA554}"/>
              </a:ext>
            </a:extLst>
          </p:cNvPr>
          <p:cNvGraphicFramePr>
            <a:graphicFrameLocks noGrp="1"/>
          </p:cNvGraphicFramePr>
          <p:nvPr>
            <p:ph idx="1"/>
            <p:extLst>
              <p:ext uri="{D42A27DB-BD31-4B8C-83A1-F6EECF244321}">
                <p14:modId xmlns:p14="http://schemas.microsoft.com/office/powerpoint/2010/main" val="4223481345"/>
              </p:ext>
            </p:extLst>
          </p:nvPr>
        </p:nvGraphicFramePr>
        <p:xfrm>
          <a:off x="1217612" y="1294493"/>
          <a:ext cx="10287000" cy="419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39122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85800"/>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Proceso de diseño de base de datos</a:t>
            </a:r>
          </a:p>
        </p:txBody>
      </p:sp>
      <p:pic>
        <p:nvPicPr>
          <p:cNvPr id="4" name="Imagen 3">
            <a:extLst>
              <a:ext uri="{FF2B5EF4-FFF2-40B4-BE49-F238E27FC236}">
                <a16:creationId xmlns:a16="http://schemas.microsoft.com/office/drawing/2014/main" id="{C1FF02E8-FD17-4C99-83CA-1204193F2C81}"/>
              </a:ext>
            </a:extLst>
          </p:cNvPr>
          <p:cNvPicPr>
            <a:picLocks noChangeAspect="1"/>
          </p:cNvPicPr>
          <p:nvPr/>
        </p:nvPicPr>
        <p:blipFill>
          <a:blip r:embed="rId2"/>
          <a:stretch>
            <a:fillRect/>
          </a:stretch>
        </p:blipFill>
        <p:spPr>
          <a:xfrm>
            <a:off x="3447369" y="713014"/>
            <a:ext cx="4953000" cy="51145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24160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85800"/>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785255" y="573378"/>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¿Qué es?</a:t>
            </a:r>
          </a:p>
        </p:txBody>
      </p:sp>
      <p:sp>
        <p:nvSpPr>
          <p:cNvPr id="5" name="Rectángulo: esquinas redondeadas 4">
            <a:extLst>
              <a:ext uri="{FF2B5EF4-FFF2-40B4-BE49-F238E27FC236}">
                <a16:creationId xmlns:a16="http://schemas.microsoft.com/office/drawing/2014/main" id="{B297FE02-2387-41D5-8A04-E6973FF5AD38}"/>
              </a:ext>
            </a:extLst>
          </p:cNvPr>
          <p:cNvSpPr/>
          <p:nvPr/>
        </p:nvSpPr>
        <p:spPr>
          <a:xfrm>
            <a:off x="5332412" y="1143000"/>
            <a:ext cx="5105400" cy="8998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Es un modelo de datos conceptual de alto nivel.</a:t>
            </a:r>
            <a:endParaRPr lang="es-MX" dirty="0"/>
          </a:p>
        </p:txBody>
      </p:sp>
      <p:sp>
        <p:nvSpPr>
          <p:cNvPr id="7" name="Rectángulo 6">
            <a:extLst>
              <a:ext uri="{FF2B5EF4-FFF2-40B4-BE49-F238E27FC236}">
                <a16:creationId xmlns:a16="http://schemas.microsoft.com/office/drawing/2014/main" id="{D14FCAEA-3A34-4416-9210-F01DFA1EE4F2}"/>
              </a:ext>
            </a:extLst>
          </p:cNvPr>
          <p:cNvSpPr/>
          <p:nvPr/>
        </p:nvSpPr>
        <p:spPr>
          <a:xfrm>
            <a:off x="4686754" y="3059668"/>
            <a:ext cx="2139426" cy="369332"/>
          </a:xfrm>
          <a:prstGeom prst="rect">
            <a:avLst/>
          </a:prstGeom>
        </p:spPr>
        <p:txBody>
          <a:bodyPr wrap="square">
            <a:spAutoFit/>
          </a:bodyPr>
          <a:lstStyle/>
          <a:p>
            <a:r>
              <a:rPr lang="es-MX" b="1" dirty="0">
                <a:latin typeface="Times New Roman" panose="02020603050405020304" pitchFamily="18" charset="0"/>
              </a:rPr>
              <a:t>diseño conceptual.</a:t>
            </a:r>
            <a:endParaRPr lang="es-MX" dirty="0"/>
          </a:p>
        </p:txBody>
      </p:sp>
      <p:sp>
        <p:nvSpPr>
          <p:cNvPr id="8" name="Flecha: hacia abajo 7">
            <a:extLst>
              <a:ext uri="{FF2B5EF4-FFF2-40B4-BE49-F238E27FC236}">
                <a16:creationId xmlns:a16="http://schemas.microsoft.com/office/drawing/2014/main" id="{54558A16-520A-48C2-99E6-C5A5BA239B6B}"/>
              </a:ext>
            </a:extLst>
          </p:cNvPr>
          <p:cNvSpPr/>
          <p:nvPr/>
        </p:nvSpPr>
        <p:spPr>
          <a:xfrm>
            <a:off x="5238069" y="2182781"/>
            <a:ext cx="685800" cy="899885"/>
          </a:xfrm>
          <a:prstGeom prst="downArrow">
            <a:avLst/>
          </a:prstGeom>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9" name="Flecha: hacia abajo 8">
            <a:extLst>
              <a:ext uri="{FF2B5EF4-FFF2-40B4-BE49-F238E27FC236}">
                <a16:creationId xmlns:a16="http://schemas.microsoft.com/office/drawing/2014/main" id="{3765163F-DB0F-4F44-AC0A-94A24C2E75AA}"/>
              </a:ext>
            </a:extLst>
          </p:cNvPr>
          <p:cNvSpPr/>
          <p:nvPr/>
        </p:nvSpPr>
        <p:spPr>
          <a:xfrm rot="16200000">
            <a:off x="6920749" y="2363036"/>
            <a:ext cx="685800" cy="899885"/>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s-MX"/>
          </a:p>
        </p:txBody>
      </p:sp>
      <p:sp>
        <p:nvSpPr>
          <p:cNvPr id="10" name="Rectángulo 9">
            <a:extLst>
              <a:ext uri="{FF2B5EF4-FFF2-40B4-BE49-F238E27FC236}">
                <a16:creationId xmlns:a16="http://schemas.microsoft.com/office/drawing/2014/main" id="{234921FF-FE41-4A30-B483-B18E15D13A6F}"/>
              </a:ext>
            </a:extLst>
          </p:cNvPr>
          <p:cNvSpPr/>
          <p:nvPr/>
        </p:nvSpPr>
        <p:spPr>
          <a:xfrm>
            <a:off x="7713592" y="2611149"/>
            <a:ext cx="2165978" cy="369332"/>
          </a:xfrm>
          <a:prstGeom prst="rect">
            <a:avLst/>
          </a:prstGeom>
        </p:spPr>
        <p:txBody>
          <a:bodyPr wrap="none">
            <a:spAutoFit/>
          </a:bodyPr>
          <a:lstStyle/>
          <a:p>
            <a:r>
              <a:rPr lang="es-MX" b="1" dirty="0">
                <a:latin typeface="Times New Roman" panose="02020603050405020304" pitchFamily="18" charset="0"/>
              </a:rPr>
              <a:t>esquema conceptual</a:t>
            </a:r>
            <a:endParaRPr lang="es-MX" b="1" dirty="0"/>
          </a:p>
        </p:txBody>
      </p:sp>
      <p:sp>
        <p:nvSpPr>
          <p:cNvPr id="11" name="Rectángulo 10">
            <a:extLst>
              <a:ext uri="{FF2B5EF4-FFF2-40B4-BE49-F238E27FC236}">
                <a16:creationId xmlns:a16="http://schemas.microsoft.com/office/drawing/2014/main" id="{0B818317-D96D-4EFF-AD96-83BFDE37CF75}"/>
              </a:ext>
            </a:extLst>
          </p:cNvPr>
          <p:cNvSpPr/>
          <p:nvPr/>
        </p:nvSpPr>
        <p:spPr>
          <a:xfrm>
            <a:off x="4854156" y="2313214"/>
            <a:ext cx="2139426" cy="369332"/>
          </a:xfrm>
          <a:prstGeom prst="rect">
            <a:avLst/>
          </a:prstGeom>
        </p:spPr>
        <p:txBody>
          <a:bodyPr wrap="square">
            <a:spAutoFit/>
          </a:bodyPr>
          <a:lstStyle/>
          <a:p>
            <a:r>
              <a:rPr lang="es-MX" b="1" dirty="0">
                <a:latin typeface="Times New Roman" panose="02020603050405020304" pitchFamily="18" charset="0"/>
              </a:rPr>
              <a:t>Se denomina.</a:t>
            </a:r>
            <a:endParaRPr lang="es-MX" dirty="0"/>
          </a:p>
        </p:txBody>
      </p:sp>
      <p:sp>
        <p:nvSpPr>
          <p:cNvPr id="13" name="Flecha: hacia abajo 12">
            <a:extLst>
              <a:ext uri="{FF2B5EF4-FFF2-40B4-BE49-F238E27FC236}">
                <a16:creationId xmlns:a16="http://schemas.microsoft.com/office/drawing/2014/main" id="{C4A2DC90-F148-4396-8C33-E0179E82450C}"/>
              </a:ext>
            </a:extLst>
          </p:cNvPr>
          <p:cNvSpPr/>
          <p:nvPr/>
        </p:nvSpPr>
        <p:spPr>
          <a:xfrm>
            <a:off x="9154744" y="2952624"/>
            <a:ext cx="685800" cy="899885"/>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s-MX"/>
          </a:p>
        </p:txBody>
      </p:sp>
      <p:sp>
        <p:nvSpPr>
          <p:cNvPr id="14" name="Diagrama de flujo: proceso alternativo 13">
            <a:extLst>
              <a:ext uri="{FF2B5EF4-FFF2-40B4-BE49-F238E27FC236}">
                <a16:creationId xmlns:a16="http://schemas.microsoft.com/office/drawing/2014/main" id="{C5CC8EAD-45A5-49F0-84B4-0F0C4CBE7256}"/>
              </a:ext>
            </a:extLst>
          </p:cNvPr>
          <p:cNvSpPr/>
          <p:nvPr/>
        </p:nvSpPr>
        <p:spPr>
          <a:xfrm>
            <a:off x="6704012" y="3926178"/>
            <a:ext cx="5145314" cy="136628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dirty="0">
                <a:latin typeface="Times New Roman" panose="02020603050405020304" pitchFamily="18" charset="0"/>
              </a:rPr>
              <a:t>Es una descripción concisa de los requisitos de datos por parte de los usuarios e incluye descripciones detalladas de los tipos de entidades, relaciones y restricciones</a:t>
            </a:r>
            <a:endParaRPr lang="es-MX" dirty="0"/>
          </a:p>
        </p:txBody>
      </p:sp>
      <p:sp>
        <p:nvSpPr>
          <p:cNvPr id="16" name="Diagrama de flujo: proceso alternativo 15">
            <a:extLst>
              <a:ext uri="{FF2B5EF4-FFF2-40B4-BE49-F238E27FC236}">
                <a16:creationId xmlns:a16="http://schemas.microsoft.com/office/drawing/2014/main" id="{B08FB865-BDBD-4845-9DE7-D00F80C7FC94}"/>
              </a:ext>
            </a:extLst>
          </p:cNvPr>
          <p:cNvSpPr/>
          <p:nvPr/>
        </p:nvSpPr>
        <p:spPr>
          <a:xfrm>
            <a:off x="339499" y="3926178"/>
            <a:ext cx="5018311" cy="1503142"/>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solidFill>
                  <a:schemeClr val="bg1"/>
                </a:solidFill>
                <a:latin typeface="Times New Roman" panose="02020603050405020304" pitchFamily="18" charset="0"/>
              </a:rPr>
              <a:t>Se puede utilizar como referencia para garantizar que se han reunido todos los requisitos de datos de los usuarios y que esos requisitos no entran </a:t>
            </a:r>
          </a:p>
        </p:txBody>
      </p:sp>
      <p:sp>
        <p:nvSpPr>
          <p:cNvPr id="17" name="Flecha: hacia abajo 16">
            <a:extLst>
              <a:ext uri="{FF2B5EF4-FFF2-40B4-BE49-F238E27FC236}">
                <a16:creationId xmlns:a16="http://schemas.microsoft.com/office/drawing/2014/main" id="{F588DAB6-36DE-40CF-9FE1-D5F31302FFBD}"/>
              </a:ext>
            </a:extLst>
          </p:cNvPr>
          <p:cNvSpPr/>
          <p:nvPr/>
        </p:nvSpPr>
        <p:spPr>
          <a:xfrm rot="5400000">
            <a:off x="5688011" y="4175704"/>
            <a:ext cx="685800" cy="899885"/>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826046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85800"/>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785255" y="573378"/>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¿Qué es?</a:t>
            </a:r>
          </a:p>
        </p:txBody>
      </p:sp>
      <p:sp>
        <p:nvSpPr>
          <p:cNvPr id="5" name="Rectángulo: esquinas redondeadas 4">
            <a:extLst>
              <a:ext uri="{FF2B5EF4-FFF2-40B4-BE49-F238E27FC236}">
                <a16:creationId xmlns:a16="http://schemas.microsoft.com/office/drawing/2014/main" id="{B297FE02-2387-41D5-8A04-E6973FF5AD38}"/>
              </a:ext>
            </a:extLst>
          </p:cNvPr>
          <p:cNvSpPr/>
          <p:nvPr/>
        </p:nvSpPr>
        <p:spPr>
          <a:xfrm>
            <a:off x="5332412" y="1143000"/>
            <a:ext cx="5105400" cy="8998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Es un modelo de datos conceptual de alto nivel.</a:t>
            </a:r>
            <a:endParaRPr lang="es-MX" dirty="0"/>
          </a:p>
        </p:txBody>
      </p:sp>
      <p:sp>
        <p:nvSpPr>
          <p:cNvPr id="7" name="Rectángulo 6">
            <a:extLst>
              <a:ext uri="{FF2B5EF4-FFF2-40B4-BE49-F238E27FC236}">
                <a16:creationId xmlns:a16="http://schemas.microsoft.com/office/drawing/2014/main" id="{D14FCAEA-3A34-4416-9210-F01DFA1EE4F2}"/>
              </a:ext>
            </a:extLst>
          </p:cNvPr>
          <p:cNvSpPr/>
          <p:nvPr/>
        </p:nvSpPr>
        <p:spPr>
          <a:xfrm>
            <a:off x="8267023" y="2042885"/>
            <a:ext cx="2139426" cy="369332"/>
          </a:xfrm>
          <a:prstGeom prst="rect">
            <a:avLst/>
          </a:prstGeom>
        </p:spPr>
        <p:txBody>
          <a:bodyPr wrap="square">
            <a:spAutoFit/>
          </a:bodyPr>
          <a:lstStyle/>
          <a:p>
            <a:r>
              <a:rPr lang="es-MX" b="1" dirty="0">
                <a:latin typeface="Times New Roman" panose="02020603050405020304" pitchFamily="18" charset="0"/>
              </a:rPr>
              <a:t>Permite.</a:t>
            </a:r>
            <a:endParaRPr lang="es-MX" dirty="0"/>
          </a:p>
        </p:txBody>
      </p:sp>
      <p:sp>
        <p:nvSpPr>
          <p:cNvPr id="8" name="Flecha: hacia abajo 7">
            <a:extLst>
              <a:ext uri="{FF2B5EF4-FFF2-40B4-BE49-F238E27FC236}">
                <a16:creationId xmlns:a16="http://schemas.microsoft.com/office/drawing/2014/main" id="{54558A16-520A-48C2-99E6-C5A5BA239B6B}"/>
              </a:ext>
            </a:extLst>
          </p:cNvPr>
          <p:cNvSpPr/>
          <p:nvPr/>
        </p:nvSpPr>
        <p:spPr>
          <a:xfrm>
            <a:off x="7668140" y="2074191"/>
            <a:ext cx="685800" cy="486130"/>
          </a:xfrm>
          <a:prstGeom prst="downArrow">
            <a:avLst/>
          </a:prstGeom>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4" name="Diagrama de flujo: proceso alternativo 13">
            <a:extLst>
              <a:ext uri="{FF2B5EF4-FFF2-40B4-BE49-F238E27FC236}">
                <a16:creationId xmlns:a16="http://schemas.microsoft.com/office/drawing/2014/main" id="{C5CC8EAD-45A5-49F0-84B4-0F0C4CBE7256}"/>
              </a:ext>
            </a:extLst>
          </p:cNvPr>
          <p:cNvSpPr/>
          <p:nvPr/>
        </p:nvSpPr>
        <p:spPr>
          <a:xfrm>
            <a:off x="5451188" y="2628957"/>
            <a:ext cx="5145314" cy="136628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Diseñar correctamente una aplicación de base de datos.</a:t>
            </a:r>
          </a:p>
        </p:txBody>
      </p:sp>
      <p:sp>
        <p:nvSpPr>
          <p:cNvPr id="15" name="Flecha: hacia abajo 14">
            <a:extLst>
              <a:ext uri="{FF2B5EF4-FFF2-40B4-BE49-F238E27FC236}">
                <a16:creationId xmlns:a16="http://schemas.microsoft.com/office/drawing/2014/main" id="{AFC5A1E5-6429-4C34-AFF7-5F8B1B9399CC}"/>
              </a:ext>
            </a:extLst>
          </p:cNvPr>
          <p:cNvSpPr/>
          <p:nvPr/>
        </p:nvSpPr>
        <p:spPr>
          <a:xfrm>
            <a:off x="7658766" y="4038842"/>
            <a:ext cx="685800" cy="474129"/>
          </a:xfrm>
          <a:prstGeom prst="downArrow">
            <a:avLst/>
          </a:prstGeom>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8" name="Rectángulo 17">
            <a:extLst>
              <a:ext uri="{FF2B5EF4-FFF2-40B4-BE49-F238E27FC236}">
                <a16:creationId xmlns:a16="http://schemas.microsoft.com/office/drawing/2014/main" id="{DFB02594-8217-4C02-8AA0-EB546B453B5B}"/>
              </a:ext>
            </a:extLst>
          </p:cNvPr>
          <p:cNvSpPr/>
          <p:nvPr/>
        </p:nvSpPr>
        <p:spPr>
          <a:xfrm>
            <a:off x="8298386" y="4051361"/>
            <a:ext cx="2139426" cy="369332"/>
          </a:xfrm>
          <a:prstGeom prst="rect">
            <a:avLst/>
          </a:prstGeom>
        </p:spPr>
        <p:txBody>
          <a:bodyPr wrap="square">
            <a:spAutoFit/>
          </a:bodyPr>
          <a:lstStyle/>
          <a:p>
            <a:r>
              <a:rPr lang="es-MX" b="1" dirty="0">
                <a:latin typeface="Times New Roman" panose="02020603050405020304" pitchFamily="18" charset="0"/>
              </a:rPr>
              <a:t>Se refiere.</a:t>
            </a:r>
            <a:endParaRPr lang="es-MX" dirty="0"/>
          </a:p>
        </p:txBody>
      </p:sp>
      <p:sp>
        <p:nvSpPr>
          <p:cNvPr id="19" name="Flecha: hacia abajo 18">
            <a:extLst>
              <a:ext uri="{FF2B5EF4-FFF2-40B4-BE49-F238E27FC236}">
                <a16:creationId xmlns:a16="http://schemas.microsoft.com/office/drawing/2014/main" id="{648A42E7-7C8C-4AAE-BADE-061478C6F560}"/>
              </a:ext>
            </a:extLst>
          </p:cNvPr>
          <p:cNvSpPr/>
          <p:nvPr/>
        </p:nvSpPr>
        <p:spPr>
          <a:xfrm rot="2797665">
            <a:off x="6939679" y="4368298"/>
            <a:ext cx="685800" cy="963893"/>
          </a:xfrm>
          <a:prstGeom prst="downArrow">
            <a:avLst>
              <a:gd name="adj1" fmla="val 50659"/>
              <a:gd name="adj2" fmla="val 50000"/>
            </a:avLst>
          </a:prstGeom>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0" name="Rectángulo 19">
            <a:extLst>
              <a:ext uri="{FF2B5EF4-FFF2-40B4-BE49-F238E27FC236}">
                <a16:creationId xmlns:a16="http://schemas.microsoft.com/office/drawing/2014/main" id="{01A69DF3-411D-4705-8343-4E9D62766AB3}"/>
              </a:ext>
            </a:extLst>
          </p:cNvPr>
          <p:cNvSpPr/>
          <p:nvPr/>
        </p:nvSpPr>
        <p:spPr>
          <a:xfrm>
            <a:off x="5952057" y="5193418"/>
            <a:ext cx="1556925" cy="369332"/>
          </a:xfrm>
          <a:prstGeom prst="rect">
            <a:avLst/>
          </a:prstGeom>
        </p:spPr>
        <p:txBody>
          <a:bodyPr wrap="square">
            <a:spAutoFit/>
          </a:bodyPr>
          <a:lstStyle/>
          <a:p>
            <a:r>
              <a:rPr lang="es-MX" dirty="0"/>
              <a:t>Base de Datos</a:t>
            </a:r>
          </a:p>
        </p:txBody>
      </p:sp>
      <p:sp>
        <p:nvSpPr>
          <p:cNvPr id="21" name="Flecha: hacia abajo 20">
            <a:extLst>
              <a:ext uri="{FF2B5EF4-FFF2-40B4-BE49-F238E27FC236}">
                <a16:creationId xmlns:a16="http://schemas.microsoft.com/office/drawing/2014/main" id="{6691DFCB-2FF6-417D-BA24-C32B83F2F189}"/>
              </a:ext>
            </a:extLst>
          </p:cNvPr>
          <p:cNvSpPr/>
          <p:nvPr/>
        </p:nvSpPr>
        <p:spPr>
          <a:xfrm rot="18925802">
            <a:off x="8241266" y="4421781"/>
            <a:ext cx="685800" cy="963893"/>
          </a:xfrm>
          <a:prstGeom prst="downArrow">
            <a:avLst>
              <a:gd name="adj1" fmla="val 50659"/>
              <a:gd name="adj2" fmla="val 50000"/>
            </a:avLst>
          </a:prstGeom>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2" name="Rectángulo 21">
            <a:extLst>
              <a:ext uri="{FF2B5EF4-FFF2-40B4-BE49-F238E27FC236}">
                <a16:creationId xmlns:a16="http://schemas.microsoft.com/office/drawing/2014/main" id="{CF6E3635-9690-420F-B351-F560CF7D73DE}"/>
              </a:ext>
            </a:extLst>
          </p:cNvPr>
          <p:cNvSpPr/>
          <p:nvPr/>
        </p:nvSpPr>
        <p:spPr>
          <a:xfrm>
            <a:off x="7653298" y="5209075"/>
            <a:ext cx="3737285" cy="646331"/>
          </a:xfrm>
          <a:prstGeom prst="rect">
            <a:avLst/>
          </a:prstGeom>
        </p:spPr>
        <p:txBody>
          <a:bodyPr wrap="square">
            <a:spAutoFit/>
          </a:bodyPr>
          <a:lstStyle/>
          <a:p>
            <a:r>
              <a:rPr lang="es-MX" dirty="0"/>
              <a:t>Programas para implementar consultas y actualizaciones a la BD</a:t>
            </a:r>
          </a:p>
        </p:txBody>
      </p:sp>
    </p:spTree>
    <p:extLst>
      <p:ext uri="{BB962C8B-B14F-4D97-AF65-F5344CB8AC3E}">
        <p14:creationId xmlns:p14="http://schemas.microsoft.com/office/powerpoint/2010/main" val="2522911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Tipos de entidad, conjuntos de entidades, atributos y claves</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785255" y="573378"/>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Entidades y Atributos</a:t>
            </a:r>
          </a:p>
        </p:txBody>
      </p:sp>
      <p:graphicFrame>
        <p:nvGraphicFramePr>
          <p:cNvPr id="15" name="3 Diagrama">
            <a:extLst>
              <a:ext uri="{FF2B5EF4-FFF2-40B4-BE49-F238E27FC236}">
                <a16:creationId xmlns:a16="http://schemas.microsoft.com/office/drawing/2014/main" id="{3D711477-0CC8-4914-90D2-3B1B7E843DB1}"/>
              </a:ext>
            </a:extLst>
          </p:cNvPr>
          <p:cNvGraphicFramePr/>
          <p:nvPr>
            <p:extLst>
              <p:ext uri="{D42A27DB-BD31-4B8C-83A1-F6EECF244321}">
                <p14:modId xmlns:p14="http://schemas.microsoft.com/office/powerpoint/2010/main" val="2788442233"/>
              </p:ext>
            </p:extLst>
          </p:nvPr>
        </p:nvGraphicFramePr>
        <p:xfrm>
          <a:off x="3275012" y="645822"/>
          <a:ext cx="8382000" cy="52977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08394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Tipos de entidad, conjuntos de entidades, atributos y claves</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785255" y="573378"/>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Entidades</a:t>
            </a:r>
          </a:p>
        </p:txBody>
      </p:sp>
      <p:sp>
        <p:nvSpPr>
          <p:cNvPr id="4" name="Rectángulo: esquinas redondeadas 3">
            <a:extLst>
              <a:ext uri="{FF2B5EF4-FFF2-40B4-BE49-F238E27FC236}">
                <a16:creationId xmlns:a16="http://schemas.microsoft.com/office/drawing/2014/main" id="{231F8CD8-C42E-4AE4-B8EE-4B253B45690C}"/>
              </a:ext>
            </a:extLst>
          </p:cNvPr>
          <p:cNvSpPr/>
          <p:nvPr/>
        </p:nvSpPr>
        <p:spPr>
          <a:xfrm>
            <a:off x="5561012" y="1143000"/>
            <a:ext cx="4800600"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Una Entidad Empleado, se puede describir mediante el nombre, la edad, la dirección, el sueldo y el trabajo que desempeña</a:t>
            </a:r>
          </a:p>
        </p:txBody>
      </p:sp>
      <p:sp>
        <p:nvSpPr>
          <p:cNvPr id="7" name="Rectángulo: esquinas redondeadas 6">
            <a:extLst>
              <a:ext uri="{FF2B5EF4-FFF2-40B4-BE49-F238E27FC236}">
                <a16:creationId xmlns:a16="http://schemas.microsoft.com/office/drawing/2014/main" id="{D8D368D8-3E40-46A5-8510-B34DB79EBD98}"/>
              </a:ext>
            </a:extLst>
          </p:cNvPr>
          <p:cNvSpPr/>
          <p:nvPr/>
        </p:nvSpPr>
        <p:spPr>
          <a:xfrm>
            <a:off x="5656044" y="2783178"/>
            <a:ext cx="4800600" cy="16726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Una Entidad en particular tendrá un valor para cada uno de sus atributos. Los valores de los atributos que describen cada entidad se convierten en la parte principal de los datos almacenados en la base de datos</a:t>
            </a:r>
          </a:p>
        </p:txBody>
      </p:sp>
    </p:spTree>
    <p:extLst>
      <p:ext uri="{BB962C8B-B14F-4D97-AF65-F5344CB8AC3E}">
        <p14:creationId xmlns:p14="http://schemas.microsoft.com/office/powerpoint/2010/main" val="373314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Tipos de entidad, conjuntos de entidades, atributos y claves</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366940" y="1303468"/>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Ejemplo </a:t>
            </a:r>
          </a:p>
        </p:txBody>
      </p:sp>
      <p:pic>
        <p:nvPicPr>
          <p:cNvPr id="4" name="Imagen 3">
            <a:extLst>
              <a:ext uri="{FF2B5EF4-FFF2-40B4-BE49-F238E27FC236}">
                <a16:creationId xmlns:a16="http://schemas.microsoft.com/office/drawing/2014/main" id="{BC5E4FE5-DEE1-43C2-8660-BC22FF9CC0C6}"/>
              </a:ext>
            </a:extLst>
          </p:cNvPr>
          <p:cNvPicPr>
            <a:picLocks noChangeAspect="1"/>
          </p:cNvPicPr>
          <p:nvPr/>
        </p:nvPicPr>
        <p:blipFill>
          <a:blip r:embed="rId2"/>
          <a:stretch>
            <a:fillRect/>
          </a:stretch>
        </p:blipFill>
        <p:spPr>
          <a:xfrm>
            <a:off x="4093362" y="2085554"/>
            <a:ext cx="7765262" cy="2454537"/>
          </a:xfrm>
          <a:prstGeom prst="rect">
            <a:avLst/>
          </a:prstGeom>
        </p:spPr>
      </p:pic>
    </p:spTree>
    <p:extLst>
      <p:ext uri="{BB962C8B-B14F-4D97-AF65-F5344CB8AC3E}">
        <p14:creationId xmlns:p14="http://schemas.microsoft.com/office/powerpoint/2010/main" val="701127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Tipos de entidad, conjuntos de entidades, atributos y claves</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366940" y="1303468"/>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Clasificación de los atributos</a:t>
            </a:r>
          </a:p>
          <a:p>
            <a:pPr algn="ctr"/>
            <a:r>
              <a:rPr lang="es-MX" dirty="0"/>
              <a:t> </a:t>
            </a:r>
          </a:p>
        </p:txBody>
      </p:sp>
      <p:graphicFrame>
        <p:nvGraphicFramePr>
          <p:cNvPr id="7" name="3 Diagrama">
            <a:extLst>
              <a:ext uri="{FF2B5EF4-FFF2-40B4-BE49-F238E27FC236}">
                <a16:creationId xmlns:a16="http://schemas.microsoft.com/office/drawing/2014/main" id="{ED43B399-AABA-475A-9A81-CFDE44CD08CB}"/>
              </a:ext>
            </a:extLst>
          </p:cNvPr>
          <p:cNvGraphicFramePr/>
          <p:nvPr>
            <p:extLst>
              <p:ext uri="{D42A27DB-BD31-4B8C-83A1-F6EECF244321}">
                <p14:modId xmlns:p14="http://schemas.microsoft.com/office/powerpoint/2010/main" val="4047630602"/>
              </p:ext>
            </p:extLst>
          </p:nvPr>
        </p:nvGraphicFramePr>
        <p:xfrm>
          <a:off x="3808412" y="1219200"/>
          <a:ext cx="6705600" cy="4419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04393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Tipos de entidad, conjuntos de entidades, atributos y claves</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366940" y="1303468"/>
            <a:ext cx="3441472" cy="3801932"/>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b="1" dirty="0"/>
              <a:t>Atributos compuestos frente a atributos simples (atómicos).</a:t>
            </a:r>
            <a:r>
              <a:rPr lang="es-MX" dirty="0"/>
              <a:t> </a:t>
            </a:r>
          </a:p>
        </p:txBody>
      </p:sp>
      <p:sp>
        <p:nvSpPr>
          <p:cNvPr id="8" name="Elipse 7">
            <a:extLst>
              <a:ext uri="{FF2B5EF4-FFF2-40B4-BE49-F238E27FC236}">
                <a16:creationId xmlns:a16="http://schemas.microsoft.com/office/drawing/2014/main" id="{E622A2A8-0540-4C36-85B5-21977A2069BD}"/>
              </a:ext>
            </a:extLst>
          </p:cNvPr>
          <p:cNvSpPr/>
          <p:nvPr/>
        </p:nvSpPr>
        <p:spPr>
          <a:xfrm>
            <a:off x="5256212" y="878456"/>
            <a:ext cx="3898674" cy="2325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r>
              <a:rPr lang="es-MX" dirty="0"/>
              <a:t>Pueden dividirse en </a:t>
            </a:r>
            <a:r>
              <a:rPr lang="es-MX" dirty="0" err="1"/>
              <a:t>subpartes</a:t>
            </a:r>
            <a:r>
              <a:rPr lang="es-MX" dirty="0"/>
              <a:t> más pequeñas, que representan atributos más básicos con significados independientes.</a:t>
            </a:r>
          </a:p>
        </p:txBody>
      </p:sp>
      <p:sp>
        <p:nvSpPr>
          <p:cNvPr id="9" name="Elipse 8">
            <a:extLst>
              <a:ext uri="{FF2B5EF4-FFF2-40B4-BE49-F238E27FC236}">
                <a16:creationId xmlns:a16="http://schemas.microsoft.com/office/drawing/2014/main" id="{E952FD0B-86F8-474B-8B41-B95C9D23B1C6}"/>
              </a:ext>
            </a:extLst>
          </p:cNvPr>
          <p:cNvSpPr/>
          <p:nvPr/>
        </p:nvSpPr>
        <p:spPr>
          <a:xfrm>
            <a:off x="5561012" y="3974868"/>
            <a:ext cx="3276600" cy="1231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es-MX" dirty="0"/>
              <a:t>Este tipo de atributos no son divisibles</a:t>
            </a:r>
          </a:p>
          <a:p>
            <a:pPr lvl="1"/>
            <a:endParaRPr lang="es-MX" dirty="0"/>
          </a:p>
        </p:txBody>
      </p:sp>
      <p:sp>
        <p:nvSpPr>
          <p:cNvPr id="4" name="Flecha: a la derecha 3">
            <a:extLst>
              <a:ext uri="{FF2B5EF4-FFF2-40B4-BE49-F238E27FC236}">
                <a16:creationId xmlns:a16="http://schemas.microsoft.com/office/drawing/2014/main" id="{AAEC3E03-FF8A-4E4D-A1D2-25F72D7E03F7}"/>
              </a:ext>
            </a:extLst>
          </p:cNvPr>
          <p:cNvSpPr/>
          <p:nvPr/>
        </p:nvSpPr>
        <p:spPr>
          <a:xfrm rot="20773344">
            <a:off x="3484268" y="1890338"/>
            <a:ext cx="1709661" cy="729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Compuestos</a:t>
            </a:r>
          </a:p>
        </p:txBody>
      </p:sp>
      <p:sp>
        <p:nvSpPr>
          <p:cNvPr id="10" name="Flecha: a la derecha 9">
            <a:extLst>
              <a:ext uri="{FF2B5EF4-FFF2-40B4-BE49-F238E27FC236}">
                <a16:creationId xmlns:a16="http://schemas.microsoft.com/office/drawing/2014/main" id="{00F195ED-9E52-4735-BA3C-4C451D2ED92B}"/>
              </a:ext>
            </a:extLst>
          </p:cNvPr>
          <p:cNvSpPr/>
          <p:nvPr/>
        </p:nvSpPr>
        <p:spPr>
          <a:xfrm rot="574796">
            <a:off x="3509067" y="3891063"/>
            <a:ext cx="1709661" cy="729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Simples</a:t>
            </a:r>
          </a:p>
        </p:txBody>
      </p:sp>
    </p:spTree>
    <p:extLst>
      <p:ext uri="{BB962C8B-B14F-4D97-AF65-F5344CB8AC3E}">
        <p14:creationId xmlns:p14="http://schemas.microsoft.com/office/powerpoint/2010/main" val="3873603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Tipos de entidad, conjuntos de entidades, atributos y claves</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71325" y="331554"/>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Atributos Compuestos</a:t>
            </a:r>
          </a:p>
          <a:p>
            <a:pPr algn="ctr"/>
            <a:r>
              <a:rPr lang="es-MX" dirty="0"/>
              <a:t> </a:t>
            </a:r>
          </a:p>
        </p:txBody>
      </p:sp>
      <p:pic>
        <p:nvPicPr>
          <p:cNvPr id="8" name="Picture 2">
            <a:extLst>
              <a:ext uri="{FF2B5EF4-FFF2-40B4-BE49-F238E27FC236}">
                <a16:creationId xmlns:a16="http://schemas.microsoft.com/office/drawing/2014/main" id="{AC519530-21E5-48C9-B982-7752F325B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636" y="3710793"/>
            <a:ext cx="6353175" cy="22574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Elipse 6">
            <a:extLst>
              <a:ext uri="{FF2B5EF4-FFF2-40B4-BE49-F238E27FC236}">
                <a16:creationId xmlns:a16="http://schemas.microsoft.com/office/drawing/2014/main" id="{420EE720-B09D-43FA-9546-9FB894EBE1B1}"/>
              </a:ext>
            </a:extLst>
          </p:cNvPr>
          <p:cNvSpPr/>
          <p:nvPr/>
        </p:nvSpPr>
        <p:spPr>
          <a:xfrm>
            <a:off x="3176725" y="1644258"/>
            <a:ext cx="3218543" cy="1435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es-MX" dirty="0"/>
              <a:t>Los Atributos Compuestos pueden formar una jerarquía </a:t>
            </a:r>
          </a:p>
          <a:p>
            <a:pPr lvl="1"/>
            <a:endParaRPr lang="es-MX" dirty="0"/>
          </a:p>
        </p:txBody>
      </p:sp>
      <p:pic>
        <p:nvPicPr>
          <p:cNvPr id="10" name="Imagen 9">
            <a:extLst>
              <a:ext uri="{FF2B5EF4-FFF2-40B4-BE49-F238E27FC236}">
                <a16:creationId xmlns:a16="http://schemas.microsoft.com/office/drawing/2014/main" id="{8A772094-F8D6-4243-8C39-751D8D526CA0}"/>
              </a:ext>
            </a:extLst>
          </p:cNvPr>
          <p:cNvPicPr>
            <a:picLocks noChangeAspect="1"/>
          </p:cNvPicPr>
          <p:nvPr/>
        </p:nvPicPr>
        <p:blipFill>
          <a:blip r:embed="rId3"/>
          <a:stretch>
            <a:fillRect/>
          </a:stretch>
        </p:blipFill>
        <p:spPr>
          <a:xfrm>
            <a:off x="7962645" y="4038760"/>
            <a:ext cx="2185580" cy="1964256"/>
          </a:xfrm>
          <a:prstGeom prst="rect">
            <a:avLst/>
          </a:prstGeom>
          <a:ln>
            <a:noFill/>
          </a:ln>
          <a:effectLst>
            <a:outerShdw blurRad="292100" dist="139700" dir="2700000" algn="tl" rotWithShape="0">
              <a:srgbClr val="333333">
                <a:alpha val="65000"/>
              </a:srgbClr>
            </a:outerShdw>
          </a:effectLst>
        </p:spPr>
      </p:pic>
      <p:sp>
        <p:nvSpPr>
          <p:cNvPr id="11" name="Bocadillo nube: nube 10">
            <a:extLst>
              <a:ext uri="{FF2B5EF4-FFF2-40B4-BE49-F238E27FC236}">
                <a16:creationId xmlns:a16="http://schemas.microsoft.com/office/drawing/2014/main" id="{CC708790-DF47-4E51-9273-31AF0DF762CA}"/>
              </a:ext>
            </a:extLst>
          </p:cNvPr>
          <p:cNvSpPr/>
          <p:nvPr/>
        </p:nvSpPr>
        <p:spPr>
          <a:xfrm>
            <a:off x="6595319" y="1347915"/>
            <a:ext cx="3260528" cy="2597862"/>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El valor de un atributo compuesto es la concatenación de los valores de sus</a:t>
            </a:r>
          </a:p>
          <a:p>
            <a:r>
              <a:rPr lang="es-MX" dirty="0"/>
              <a:t>atributos simples.</a:t>
            </a:r>
          </a:p>
        </p:txBody>
      </p:sp>
      <p:sp>
        <p:nvSpPr>
          <p:cNvPr id="13" name="Bocadillo nube: nube 12">
            <a:extLst>
              <a:ext uri="{FF2B5EF4-FFF2-40B4-BE49-F238E27FC236}">
                <a16:creationId xmlns:a16="http://schemas.microsoft.com/office/drawing/2014/main" id="{BB44449E-FF3E-4CBC-955B-EE430663381D}"/>
              </a:ext>
            </a:extLst>
          </p:cNvPr>
          <p:cNvSpPr/>
          <p:nvPr/>
        </p:nvSpPr>
        <p:spPr>
          <a:xfrm>
            <a:off x="9140825" y="1143000"/>
            <a:ext cx="3182357" cy="2930185"/>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a:p>
            <a:pPr algn="ctr"/>
            <a:r>
              <a:rPr lang="es-ES" sz="1600" dirty="0"/>
              <a:t>Si se hace referencia al</a:t>
            </a:r>
          </a:p>
          <a:p>
            <a:pPr algn="ctr"/>
            <a:r>
              <a:rPr lang="es-ES" sz="1600" dirty="0"/>
              <a:t>atributo compuesto como un todo, no hay necesidad de subdividirlo en atributos componentes.</a:t>
            </a:r>
            <a:endParaRPr lang="es-MX" sz="1600" dirty="0"/>
          </a:p>
          <a:p>
            <a:endParaRPr lang="es-MX" dirty="0"/>
          </a:p>
        </p:txBody>
      </p:sp>
      <p:sp>
        <p:nvSpPr>
          <p:cNvPr id="14" name="Flecha: hacia abajo 13">
            <a:extLst>
              <a:ext uri="{FF2B5EF4-FFF2-40B4-BE49-F238E27FC236}">
                <a16:creationId xmlns:a16="http://schemas.microsoft.com/office/drawing/2014/main" id="{7BCB1BC9-E845-4BE3-A360-54DB7FD0CC94}"/>
              </a:ext>
            </a:extLst>
          </p:cNvPr>
          <p:cNvSpPr/>
          <p:nvPr/>
        </p:nvSpPr>
        <p:spPr>
          <a:xfrm>
            <a:off x="4646612" y="3200400"/>
            <a:ext cx="589077" cy="4839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9153686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Tipos de entidad, conjuntos de entidades, atributos y claves</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91437" y="356979"/>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b="1" dirty="0"/>
              <a:t>Atributos </a:t>
            </a:r>
            <a:r>
              <a:rPr lang="es-MX" b="1" dirty="0" err="1"/>
              <a:t>monovalor</a:t>
            </a:r>
            <a:r>
              <a:rPr lang="es-MX" b="1" dirty="0"/>
              <a:t> y multivalor.</a:t>
            </a:r>
            <a:r>
              <a:rPr lang="es-MX" dirty="0"/>
              <a:t> </a:t>
            </a:r>
          </a:p>
        </p:txBody>
      </p:sp>
      <p:sp>
        <p:nvSpPr>
          <p:cNvPr id="7" name="Flecha: a la derecha 6">
            <a:extLst>
              <a:ext uri="{FF2B5EF4-FFF2-40B4-BE49-F238E27FC236}">
                <a16:creationId xmlns:a16="http://schemas.microsoft.com/office/drawing/2014/main" id="{79DDFF81-0B63-497E-950B-1B96A5B4574A}"/>
              </a:ext>
            </a:extLst>
          </p:cNvPr>
          <p:cNvSpPr/>
          <p:nvPr/>
        </p:nvSpPr>
        <p:spPr>
          <a:xfrm>
            <a:off x="2487552" y="708042"/>
            <a:ext cx="1709661" cy="729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err="1"/>
              <a:t>Monovalor</a:t>
            </a:r>
            <a:endParaRPr lang="es-MX" dirty="0"/>
          </a:p>
        </p:txBody>
      </p:sp>
      <p:sp>
        <p:nvSpPr>
          <p:cNvPr id="8" name="Flecha: a la derecha 7">
            <a:extLst>
              <a:ext uri="{FF2B5EF4-FFF2-40B4-BE49-F238E27FC236}">
                <a16:creationId xmlns:a16="http://schemas.microsoft.com/office/drawing/2014/main" id="{E8153AB6-4FA3-4F1A-A382-4DDF52CCC39D}"/>
              </a:ext>
            </a:extLst>
          </p:cNvPr>
          <p:cNvSpPr/>
          <p:nvPr/>
        </p:nvSpPr>
        <p:spPr>
          <a:xfrm rot="5400000">
            <a:off x="864512" y="3082957"/>
            <a:ext cx="1665704" cy="729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Multivalor</a:t>
            </a:r>
          </a:p>
        </p:txBody>
      </p:sp>
      <p:sp>
        <p:nvSpPr>
          <p:cNvPr id="9" name="Elipse 8">
            <a:extLst>
              <a:ext uri="{FF2B5EF4-FFF2-40B4-BE49-F238E27FC236}">
                <a16:creationId xmlns:a16="http://schemas.microsoft.com/office/drawing/2014/main" id="{AC3138F7-BA32-4193-B5C8-55F7729C80E3}"/>
              </a:ext>
            </a:extLst>
          </p:cNvPr>
          <p:cNvSpPr/>
          <p:nvPr/>
        </p:nvSpPr>
        <p:spPr>
          <a:xfrm>
            <a:off x="4197213" y="389584"/>
            <a:ext cx="3898674" cy="2325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La mayoría de los atributos tienen un solo valor para una entidad en</a:t>
            </a:r>
          </a:p>
          <a:p>
            <a:r>
              <a:rPr lang="es-MX" dirty="0"/>
              <a:t>Particular. Estos atributos reciben el nombre de </a:t>
            </a:r>
            <a:r>
              <a:rPr lang="es-MX" dirty="0" err="1"/>
              <a:t>monovalor</a:t>
            </a:r>
            <a:r>
              <a:rPr lang="es-MX" dirty="0"/>
              <a:t> o de un solo valor.</a:t>
            </a:r>
          </a:p>
        </p:txBody>
      </p:sp>
      <p:sp>
        <p:nvSpPr>
          <p:cNvPr id="5" name="Rectángulo: esquina doblada 4">
            <a:extLst>
              <a:ext uri="{FF2B5EF4-FFF2-40B4-BE49-F238E27FC236}">
                <a16:creationId xmlns:a16="http://schemas.microsoft.com/office/drawing/2014/main" id="{245492A5-6E41-4ABB-8EDB-D4DA8F37E836}"/>
              </a:ext>
            </a:extLst>
          </p:cNvPr>
          <p:cNvSpPr/>
          <p:nvPr/>
        </p:nvSpPr>
        <p:spPr>
          <a:xfrm>
            <a:off x="8318393" y="573181"/>
            <a:ext cx="2069873" cy="2362200"/>
          </a:xfrm>
          <a:prstGeom prst="foldedCorner">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MX" dirty="0"/>
              <a:t>Ejemplo:</a:t>
            </a:r>
          </a:p>
          <a:p>
            <a:pPr algn="ctr"/>
            <a:r>
              <a:rPr lang="es-MX" dirty="0"/>
              <a:t>Edad es un atributo </a:t>
            </a:r>
            <a:r>
              <a:rPr lang="es-MX" dirty="0" err="1"/>
              <a:t>monovalor</a:t>
            </a:r>
            <a:r>
              <a:rPr lang="es-MX" dirty="0"/>
              <a:t> de una persona.</a:t>
            </a:r>
          </a:p>
        </p:txBody>
      </p:sp>
      <p:sp>
        <p:nvSpPr>
          <p:cNvPr id="10" name="Rectángulo 9">
            <a:extLst>
              <a:ext uri="{FF2B5EF4-FFF2-40B4-BE49-F238E27FC236}">
                <a16:creationId xmlns:a16="http://schemas.microsoft.com/office/drawing/2014/main" id="{EE5683C8-4EDC-4D60-B3C4-E36AAF7A42CE}"/>
              </a:ext>
            </a:extLst>
          </p:cNvPr>
          <p:cNvSpPr/>
          <p:nvPr/>
        </p:nvSpPr>
        <p:spPr>
          <a:xfrm>
            <a:off x="6109947" y="4460440"/>
            <a:ext cx="6092825" cy="369332"/>
          </a:xfrm>
          <a:prstGeom prst="rect">
            <a:avLst/>
          </a:prstGeom>
        </p:spPr>
        <p:txBody>
          <a:bodyPr>
            <a:spAutoFit/>
          </a:bodyPr>
          <a:lstStyle/>
          <a:p>
            <a:endParaRPr lang="es-MX" dirty="0"/>
          </a:p>
        </p:txBody>
      </p:sp>
      <p:sp>
        <p:nvSpPr>
          <p:cNvPr id="11" name="Elipse 10">
            <a:extLst>
              <a:ext uri="{FF2B5EF4-FFF2-40B4-BE49-F238E27FC236}">
                <a16:creationId xmlns:a16="http://schemas.microsoft.com/office/drawing/2014/main" id="{D968F511-004A-414A-9BE9-A8394CE0AF92}"/>
              </a:ext>
            </a:extLst>
          </p:cNvPr>
          <p:cNvSpPr/>
          <p:nvPr/>
        </p:nvSpPr>
        <p:spPr>
          <a:xfrm>
            <a:off x="378301" y="4243096"/>
            <a:ext cx="3287266" cy="18200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latin typeface="Times New Roman" panose="02020603050405020304" pitchFamily="18" charset="0"/>
              </a:rPr>
              <a:t>En algunos casos, un atributo puede tener un conjunto de valores para</a:t>
            </a:r>
          </a:p>
          <a:p>
            <a:r>
              <a:rPr lang="es-MX" dirty="0">
                <a:latin typeface="Times New Roman" panose="02020603050405020304" pitchFamily="18" charset="0"/>
              </a:rPr>
              <a:t>la misma entidad.</a:t>
            </a:r>
            <a:endParaRPr lang="es-MX" dirty="0"/>
          </a:p>
        </p:txBody>
      </p:sp>
      <p:sp>
        <p:nvSpPr>
          <p:cNvPr id="12" name="Rectángulo: esquina doblada 11">
            <a:extLst>
              <a:ext uri="{FF2B5EF4-FFF2-40B4-BE49-F238E27FC236}">
                <a16:creationId xmlns:a16="http://schemas.microsoft.com/office/drawing/2014/main" id="{DE1912BC-06E3-49EC-A557-00C7A86BB94B}"/>
              </a:ext>
            </a:extLst>
          </p:cNvPr>
          <p:cNvSpPr/>
          <p:nvPr/>
        </p:nvSpPr>
        <p:spPr>
          <a:xfrm>
            <a:off x="3714857" y="3531627"/>
            <a:ext cx="1583376" cy="2449726"/>
          </a:xfrm>
          <a:prstGeom prst="foldedCorner">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MX" dirty="0"/>
              <a:t>Ejemplo: un atributo Colores para un coche, o un atributo Licenciaturas para una persona</a:t>
            </a:r>
          </a:p>
        </p:txBody>
      </p:sp>
      <p:sp>
        <p:nvSpPr>
          <p:cNvPr id="13" name="Rectángulo: esquina doblada 12">
            <a:extLst>
              <a:ext uri="{FF2B5EF4-FFF2-40B4-BE49-F238E27FC236}">
                <a16:creationId xmlns:a16="http://schemas.microsoft.com/office/drawing/2014/main" id="{CF82167F-2404-4CC4-9963-C47C49D99DA7}"/>
              </a:ext>
            </a:extLst>
          </p:cNvPr>
          <p:cNvSpPr/>
          <p:nvPr/>
        </p:nvSpPr>
        <p:spPr>
          <a:xfrm>
            <a:off x="5472715" y="3540426"/>
            <a:ext cx="1583376" cy="2440927"/>
          </a:xfrm>
          <a:prstGeom prst="foldedCorner">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s-ES" sz="1600" dirty="0"/>
              <a:t>Los coches con un solo color tiene un solo valor, mientras que los coches de dos tonos tienen dos valores</a:t>
            </a:r>
          </a:p>
          <a:p>
            <a:r>
              <a:rPr lang="es-MX" sz="1600" dirty="0"/>
              <a:t>de color.</a:t>
            </a:r>
          </a:p>
        </p:txBody>
      </p:sp>
      <p:sp>
        <p:nvSpPr>
          <p:cNvPr id="14" name="Rectángulo: esquina doblada 13">
            <a:extLst>
              <a:ext uri="{FF2B5EF4-FFF2-40B4-BE49-F238E27FC236}">
                <a16:creationId xmlns:a16="http://schemas.microsoft.com/office/drawing/2014/main" id="{CD7638F1-2DBA-40A2-AD81-11E7807ED725}"/>
              </a:ext>
            </a:extLst>
          </p:cNvPr>
          <p:cNvSpPr/>
          <p:nvPr/>
        </p:nvSpPr>
        <p:spPr>
          <a:xfrm>
            <a:off x="7134775" y="3165081"/>
            <a:ext cx="2547845" cy="2930920"/>
          </a:xfrm>
          <a:prstGeom prst="foldedCorner">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endParaRPr lang="es-ES" sz="1600" dirty="0"/>
          </a:p>
          <a:p>
            <a:r>
              <a:rPr lang="es-ES" sz="1600" dirty="0"/>
              <a:t>De forma parecida, puede que una persona no tenga ninguna licenciatura, otra puede que tenga</a:t>
            </a:r>
          </a:p>
          <a:p>
            <a:r>
              <a:rPr lang="es-ES" sz="1600" dirty="0"/>
              <a:t>una, y una tercera persona puede que tenga dos o más; por consiguiente, diferentes personas pueden tener una </a:t>
            </a:r>
            <a:r>
              <a:rPr lang="es-ES" sz="1600" i="1" dirty="0"/>
              <a:t>cantidad de valores </a:t>
            </a:r>
            <a:r>
              <a:rPr lang="es-ES" sz="1600" dirty="0"/>
              <a:t>diferente para el atributo Licenciaturas</a:t>
            </a:r>
            <a:endParaRPr lang="es-MX" sz="1400" dirty="0"/>
          </a:p>
        </p:txBody>
      </p:sp>
      <p:sp>
        <p:nvSpPr>
          <p:cNvPr id="15" name="Elipse 14">
            <a:extLst>
              <a:ext uri="{FF2B5EF4-FFF2-40B4-BE49-F238E27FC236}">
                <a16:creationId xmlns:a16="http://schemas.microsoft.com/office/drawing/2014/main" id="{31C22299-4801-4CAA-9932-1A6C5037F6B7}"/>
              </a:ext>
            </a:extLst>
          </p:cNvPr>
          <p:cNvSpPr/>
          <p:nvPr/>
        </p:nvSpPr>
        <p:spPr>
          <a:xfrm>
            <a:off x="9700776" y="2924469"/>
            <a:ext cx="2520152" cy="3100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t>Un atributo multivalor puede tener límites superior e inferior para restringir el número de valores permitidos</a:t>
            </a:r>
          </a:p>
          <a:p>
            <a:pPr algn="ctr"/>
            <a:r>
              <a:rPr lang="es-MX" sz="1600" dirty="0"/>
              <a:t>para cada entidad individual</a:t>
            </a:r>
          </a:p>
        </p:txBody>
      </p:sp>
    </p:spTree>
    <p:extLst>
      <p:ext uri="{BB962C8B-B14F-4D97-AF65-F5344CB8AC3E}">
        <p14:creationId xmlns:p14="http://schemas.microsoft.com/office/powerpoint/2010/main" val="32369142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Tipos de entidad, conjuntos de entidades, atributos y claves</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07315" y="1510576"/>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Atributos Almacenados y derivados  </a:t>
            </a:r>
          </a:p>
        </p:txBody>
      </p:sp>
      <p:sp>
        <p:nvSpPr>
          <p:cNvPr id="4" name="Elipse 3">
            <a:extLst>
              <a:ext uri="{FF2B5EF4-FFF2-40B4-BE49-F238E27FC236}">
                <a16:creationId xmlns:a16="http://schemas.microsoft.com/office/drawing/2014/main" id="{A5A37A78-80FE-4C4B-BFDE-31DE95A63E1B}"/>
              </a:ext>
            </a:extLst>
          </p:cNvPr>
          <p:cNvSpPr/>
          <p:nvPr/>
        </p:nvSpPr>
        <p:spPr>
          <a:xfrm>
            <a:off x="3183866" y="1865549"/>
            <a:ext cx="3733800" cy="25100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t>Para una entidad de persona en particular,</a:t>
            </a:r>
          </a:p>
          <a:p>
            <a:pPr algn="ctr"/>
            <a:r>
              <a:rPr lang="es-ES" sz="1600" dirty="0"/>
              <a:t>el valor de Edad puede determinarse a partir de la fecha actual (el día de hoy) y el valor de </a:t>
            </a:r>
            <a:r>
              <a:rPr lang="es-ES" sz="1600" dirty="0" err="1"/>
              <a:t>FechaNac</a:t>
            </a:r>
            <a:r>
              <a:rPr lang="es-ES" sz="1600" dirty="0"/>
              <a:t> de esa</a:t>
            </a:r>
          </a:p>
          <a:p>
            <a:pPr algn="ctr"/>
            <a:r>
              <a:rPr lang="es-MX" sz="1600" dirty="0"/>
              <a:t>persona.</a:t>
            </a:r>
          </a:p>
        </p:txBody>
      </p:sp>
      <p:sp>
        <p:nvSpPr>
          <p:cNvPr id="5" name="Rectángulo: esquina doblada 4">
            <a:extLst>
              <a:ext uri="{FF2B5EF4-FFF2-40B4-BE49-F238E27FC236}">
                <a16:creationId xmlns:a16="http://schemas.microsoft.com/office/drawing/2014/main" id="{CB6CC663-9F6B-4E9E-B77B-AD2228BC88B6}"/>
              </a:ext>
            </a:extLst>
          </p:cNvPr>
          <p:cNvSpPr/>
          <p:nvPr/>
        </p:nvSpPr>
        <p:spPr>
          <a:xfrm>
            <a:off x="8954132" y="874949"/>
            <a:ext cx="1905000" cy="1981200"/>
          </a:xfrm>
          <a:prstGeom prst="foldedCorner">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ES" dirty="0"/>
              <a:t>El atributo Edad se denomina entonces </a:t>
            </a:r>
            <a:r>
              <a:rPr lang="es-ES" b="1" dirty="0"/>
              <a:t>atributo derivado</a:t>
            </a:r>
            <a:endParaRPr lang="es-MX" dirty="0"/>
          </a:p>
        </p:txBody>
      </p:sp>
      <p:sp>
        <p:nvSpPr>
          <p:cNvPr id="7" name="Rectángulo: esquina doblada 6">
            <a:extLst>
              <a:ext uri="{FF2B5EF4-FFF2-40B4-BE49-F238E27FC236}">
                <a16:creationId xmlns:a16="http://schemas.microsoft.com/office/drawing/2014/main" id="{2A8C3E2C-F034-4DAE-A6E4-4EAEE416EC30}"/>
              </a:ext>
            </a:extLst>
          </p:cNvPr>
          <p:cNvSpPr/>
          <p:nvPr/>
        </p:nvSpPr>
        <p:spPr>
          <a:xfrm>
            <a:off x="8954132" y="3186976"/>
            <a:ext cx="1905000" cy="2362727"/>
          </a:xfrm>
          <a:prstGeom prst="foldedCorner">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s-ES" dirty="0"/>
              <a:t>y se dice que se ha </a:t>
            </a:r>
            <a:r>
              <a:rPr lang="es-ES" b="1" dirty="0"/>
              <a:t>derivado </a:t>
            </a:r>
            <a:r>
              <a:rPr lang="es-ES" dirty="0"/>
              <a:t>del atributo</a:t>
            </a:r>
          </a:p>
          <a:p>
            <a:pPr algn="ctr"/>
            <a:r>
              <a:rPr lang="es-ES" dirty="0" err="1"/>
              <a:t>FechaNac</a:t>
            </a:r>
            <a:r>
              <a:rPr lang="es-ES" dirty="0"/>
              <a:t>, que es el denominado </a:t>
            </a:r>
            <a:r>
              <a:rPr lang="es-ES" b="1" dirty="0"/>
              <a:t>atributo almacenado.</a:t>
            </a:r>
            <a:endParaRPr lang="es-MX" dirty="0"/>
          </a:p>
        </p:txBody>
      </p:sp>
      <p:sp>
        <p:nvSpPr>
          <p:cNvPr id="9" name="Flecha: a la derecha con bandas 8">
            <a:extLst>
              <a:ext uri="{FF2B5EF4-FFF2-40B4-BE49-F238E27FC236}">
                <a16:creationId xmlns:a16="http://schemas.microsoft.com/office/drawing/2014/main" id="{9F2F43EE-D367-48B2-97CA-A1AA72E8F82A}"/>
              </a:ext>
            </a:extLst>
          </p:cNvPr>
          <p:cNvSpPr/>
          <p:nvPr/>
        </p:nvSpPr>
        <p:spPr>
          <a:xfrm>
            <a:off x="7008812" y="1371600"/>
            <a:ext cx="1598612" cy="114300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Flecha: a la derecha con bandas 9">
            <a:extLst>
              <a:ext uri="{FF2B5EF4-FFF2-40B4-BE49-F238E27FC236}">
                <a16:creationId xmlns:a16="http://schemas.microsoft.com/office/drawing/2014/main" id="{6C027630-4865-41BB-897E-0A6033BAACA6}"/>
              </a:ext>
            </a:extLst>
          </p:cNvPr>
          <p:cNvSpPr/>
          <p:nvPr/>
        </p:nvSpPr>
        <p:spPr>
          <a:xfrm>
            <a:off x="7008812" y="3643129"/>
            <a:ext cx="1598612" cy="1143000"/>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147493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Tipos de entidad, conjuntos de entidades, atributos y claves</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07315" y="1510576"/>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Valores NULL (Nulos)</a:t>
            </a:r>
          </a:p>
        </p:txBody>
      </p:sp>
      <p:sp>
        <p:nvSpPr>
          <p:cNvPr id="4" name="Elipse 3">
            <a:extLst>
              <a:ext uri="{FF2B5EF4-FFF2-40B4-BE49-F238E27FC236}">
                <a16:creationId xmlns:a16="http://schemas.microsoft.com/office/drawing/2014/main" id="{A5A37A78-80FE-4C4B-BFDE-31DE95A63E1B}"/>
              </a:ext>
            </a:extLst>
          </p:cNvPr>
          <p:cNvSpPr/>
          <p:nvPr/>
        </p:nvSpPr>
        <p:spPr>
          <a:xfrm>
            <a:off x="3183866" y="1865549"/>
            <a:ext cx="3733800" cy="25100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En algunos casos, es posible que una entidad en particular no tenga un valor aplicable</a:t>
            </a:r>
          </a:p>
          <a:p>
            <a:pPr algn="ctr"/>
            <a:r>
              <a:rPr lang="es-MX" dirty="0"/>
              <a:t>para un atributo.</a:t>
            </a:r>
            <a:endParaRPr lang="es-MX" sz="1600" dirty="0"/>
          </a:p>
        </p:txBody>
      </p:sp>
      <p:sp>
        <p:nvSpPr>
          <p:cNvPr id="5" name="Rectángulo: esquina doblada 4">
            <a:extLst>
              <a:ext uri="{FF2B5EF4-FFF2-40B4-BE49-F238E27FC236}">
                <a16:creationId xmlns:a16="http://schemas.microsoft.com/office/drawing/2014/main" id="{CB6CC663-9F6B-4E9E-B77B-AD2228BC88B6}"/>
              </a:ext>
            </a:extLst>
          </p:cNvPr>
          <p:cNvSpPr/>
          <p:nvPr/>
        </p:nvSpPr>
        <p:spPr>
          <a:xfrm>
            <a:off x="6830197" y="682693"/>
            <a:ext cx="2394901" cy="1944451"/>
          </a:xfrm>
          <a:prstGeom prst="foldedCorner">
            <a:avLst/>
          </a:prstGeom>
        </p:spPr>
        <p:style>
          <a:lnRef idx="3">
            <a:schemeClr val="lt1"/>
          </a:lnRef>
          <a:fillRef idx="1">
            <a:schemeClr val="accent3"/>
          </a:fillRef>
          <a:effectRef idx="1">
            <a:schemeClr val="accent3"/>
          </a:effectRef>
          <a:fontRef idx="minor">
            <a:schemeClr val="lt1"/>
          </a:fontRef>
        </p:style>
        <p:txBody>
          <a:bodyPr rtlCol="0" anchor="ctr"/>
          <a:lstStyle/>
          <a:p>
            <a:r>
              <a:rPr lang="es-ES" sz="1400" dirty="0">
                <a:solidFill>
                  <a:srgbClr val="FFFF00"/>
                </a:solidFill>
              </a:rPr>
              <a:t>un atributo Licenciaturas sólo se aplica a las personas con carrera universitaria</a:t>
            </a:r>
            <a:r>
              <a:rPr lang="es-ES" sz="1400" dirty="0">
                <a:solidFill>
                  <a:srgbClr val="FF0000"/>
                </a:solidFill>
              </a:rPr>
              <a:t>.</a:t>
            </a:r>
            <a:r>
              <a:rPr lang="es-ES" sz="1400" dirty="0"/>
              <a:t> </a:t>
            </a:r>
            <a:r>
              <a:rPr lang="es-MX" sz="1400" dirty="0"/>
              <a:t>Para estas </a:t>
            </a:r>
            <a:r>
              <a:rPr lang="es-ES" sz="1400" dirty="0"/>
              <a:t>situaciones se ha creado un valor especial denominado NULL (nulo).</a:t>
            </a:r>
            <a:endParaRPr lang="es-MX" sz="1400" dirty="0"/>
          </a:p>
        </p:txBody>
      </p:sp>
      <p:sp>
        <p:nvSpPr>
          <p:cNvPr id="7" name="Rectángulo: esquina doblada 6">
            <a:extLst>
              <a:ext uri="{FF2B5EF4-FFF2-40B4-BE49-F238E27FC236}">
                <a16:creationId xmlns:a16="http://schemas.microsoft.com/office/drawing/2014/main" id="{2A8C3E2C-F034-4DAE-A6E4-4EAEE416EC30}"/>
              </a:ext>
            </a:extLst>
          </p:cNvPr>
          <p:cNvSpPr/>
          <p:nvPr/>
        </p:nvSpPr>
        <p:spPr>
          <a:xfrm>
            <a:off x="9483317" y="715837"/>
            <a:ext cx="2394901" cy="2299424"/>
          </a:xfrm>
          <a:prstGeom prst="foldedCorner">
            <a:avLst/>
          </a:prstGeom>
        </p:spPr>
        <p:style>
          <a:lnRef idx="1">
            <a:schemeClr val="accent6"/>
          </a:lnRef>
          <a:fillRef idx="3">
            <a:schemeClr val="accent6"/>
          </a:fillRef>
          <a:effectRef idx="2">
            <a:schemeClr val="accent6"/>
          </a:effectRef>
          <a:fontRef idx="minor">
            <a:schemeClr val="lt1"/>
          </a:fontRef>
        </p:style>
        <p:txBody>
          <a:bodyPr rtlCol="0" anchor="ctr"/>
          <a:lstStyle/>
          <a:p>
            <a:r>
              <a:rPr lang="es-ES" sz="1600" dirty="0"/>
              <a:t>NULL también se puede utilizar cuando no se conoce el valor de un atributo para una entidad</a:t>
            </a:r>
          </a:p>
          <a:p>
            <a:r>
              <a:rPr lang="es-ES" sz="1600" dirty="0"/>
              <a:t>en particular (por ejemplo, si no conocemos el número de teléfono de la casa de 'José Pérez'</a:t>
            </a:r>
            <a:endParaRPr lang="es-MX" sz="1600" dirty="0"/>
          </a:p>
        </p:txBody>
      </p:sp>
      <p:sp>
        <p:nvSpPr>
          <p:cNvPr id="9" name="Flecha: a la derecha con bandas 8">
            <a:extLst>
              <a:ext uri="{FF2B5EF4-FFF2-40B4-BE49-F238E27FC236}">
                <a16:creationId xmlns:a16="http://schemas.microsoft.com/office/drawing/2014/main" id="{9F2F43EE-D367-48B2-97CA-A1AA72E8F82A}"/>
              </a:ext>
            </a:extLst>
          </p:cNvPr>
          <p:cNvSpPr/>
          <p:nvPr/>
        </p:nvSpPr>
        <p:spPr>
          <a:xfrm>
            <a:off x="4748066" y="685678"/>
            <a:ext cx="1598612" cy="114300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Flecha: a la derecha con bandas 9">
            <a:extLst>
              <a:ext uri="{FF2B5EF4-FFF2-40B4-BE49-F238E27FC236}">
                <a16:creationId xmlns:a16="http://schemas.microsoft.com/office/drawing/2014/main" id="{6C027630-4865-41BB-897E-0A6033BAACA6}"/>
              </a:ext>
            </a:extLst>
          </p:cNvPr>
          <p:cNvSpPr/>
          <p:nvPr/>
        </p:nvSpPr>
        <p:spPr>
          <a:xfrm>
            <a:off x="4837907" y="4336688"/>
            <a:ext cx="1598612" cy="1143000"/>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MX"/>
          </a:p>
        </p:txBody>
      </p:sp>
      <p:sp>
        <p:nvSpPr>
          <p:cNvPr id="11" name="Explosión: 8 puntos 10">
            <a:extLst>
              <a:ext uri="{FF2B5EF4-FFF2-40B4-BE49-F238E27FC236}">
                <a16:creationId xmlns:a16="http://schemas.microsoft.com/office/drawing/2014/main" id="{3AC618E4-6328-4EE6-BF16-7C6C7BBB4BB6}"/>
              </a:ext>
            </a:extLst>
          </p:cNvPr>
          <p:cNvSpPr/>
          <p:nvPr/>
        </p:nvSpPr>
        <p:spPr>
          <a:xfrm>
            <a:off x="6551612" y="2365071"/>
            <a:ext cx="4010365" cy="3604886"/>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El significado se puede decir que es NULL cuando no es aplicable  o cuando es desconocido</a:t>
            </a:r>
          </a:p>
        </p:txBody>
      </p:sp>
    </p:spTree>
    <p:extLst>
      <p:ext uri="{BB962C8B-B14F-4D97-AF65-F5344CB8AC3E}">
        <p14:creationId xmlns:p14="http://schemas.microsoft.com/office/powerpoint/2010/main" val="20115357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ES" dirty="0"/>
              <a:t>Tipos de entidades y conjuntos de entidades</a:t>
            </a:r>
            <a:endParaRPr lang="es-MX" dirty="0"/>
          </a:p>
        </p:txBody>
      </p:sp>
      <p:sp>
        <p:nvSpPr>
          <p:cNvPr id="3" name="Explosión: 8 puntos 2">
            <a:extLst>
              <a:ext uri="{FF2B5EF4-FFF2-40B4-BE49-F238E27FC236}">
                <a16:creationId xmlns:a16="http://schemas.microsoft.com/office/drawing/2014/main" id="{77F347CB-7C40-450C-BAD6-1B3CD1C83EDA}"/>
              </a:ext>
            </a:extLst>
          </p:cNvPr>
          <p:cNvSpPr/>
          <p:nvPr/>
        </p:nvSpPr>
        <p:spPr>
          <a:xfrm>
            <a:off x="57616" y="151052"/>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Tipos de Entidades</a:t>
            </a:r>
          </a:p>
        </p:txBody>
      </p:sp>
      <p:sp>
        <p:nvSpPr>
          <p:cNvPr id="4" name="Elipse 3">
            <a:extLst>
              <a:ext uri="{FF2B5EF4-FFF2-40B4-BE49-F238E27FC236}">
                <a16:creationId xmlns:a16="http://schemas.microsoft.com/office/drawing/2014/main" id="{A5A37A78-80FE-4C4B-BFDE-31DE95A63E1B}"/>
              </a:ext>
            </a:extLst>
          </p:cNvPr>
          <p:cNvSpPr/>
          <p:nvPr/>
        </p:nvSpPr>
        <p:spPr>
          <a:xfrm>
            <a:off x="2376147" y="3534709"/>
            <a:ext cx="3733800" cy="25100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Un tipo de entidad</a:t>
            </a:r>
          </a:p>
          <a:p>
            <a:pPr algn="ctr"/>
            <a:r>
              <a:rPr lang="es-ES" dirty="0"/>
              <a:t>define una </a:t>
            </a:r>
            <a:r>
              <a:rPr lang="es-ES" i="1" dirty="0"/>
              <a:t>colección </a:t>
            </a:r>
            <a:r>
              <a:rPr lang="es-ES" dirty="0"/>
              <a:t>(o </a:t>
            </a:r>
            <a:r>
              <a:rPr lang="es-ES" i="1" dirty="0"/>
              <a:t>conjunto) </a:t>
            </a:r>
            <a:r>
              <a:rPr lang="es-ES" dirty="0"/>
              <a:t>de entidades que tienen los mismos atributos.</a:t>
            </a:r>
            <a:endParaRPr lang="es-MX" sz="1600" dirty="0"/>
          </a:p>
        </p:txBody>
      </p:sp>
      <p:sp>
        <p:nvSpPr>
          <p:cNvPr id="8" name="Rectángulo: esquinas redondeadas 7">
            <a:extLst>
              <a:ext uri="{FF2B5EF4-FFF2-40B4-BE49-F238E27FC236}">
                <a16:creationId xmlns:a16="http://schemas.microsoft.com/office/drawing/2014/main" id="{8CA8C1A7-2226-4F5A-BD1E-216240BB0358}"/>
              </a:ext>
            </a:extLst>
          </p:cNvPr>
          <p:cNvSpPr/>
          <p:nvPr/>
        </p:nvSpPr>
        <p:spPr>
          <a:xfrm>
            <a:off x="3183866" y="645822"/>
            <a:ext cx="5425146" cy="17925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600" dirty="0"/>
              <a:t>Una base de datos normalmente contiene grupos de</a:t>
            </a:r>
          </a:p>
          <a:p>
            <a:pPr algn="just"/>
            <a:r>
              <a:rPr lang="es-ES" sz="1600" dirty="0"/>
              <a:t>entidades que son parecidas. Por ejemplo, una compañía que da trabajo a cientos de empleados puede querer</a:t>
            </a:r>
          </a:p>
          <a:p>
            <a:pPr algn="just"/>
            <a:r>
              <a:rPr lang="es-ES" sz="1600" dirty="0"/>
              <a:t>almacenar información parecida relacionada con cada uno de ellos. Estas entidades de empleado comparten</a:t>
            </a:r>
          </a:p>
          <a:p>
            <a:pPr algn="just"/>
            <a:r>
              <a:rPr lang="es-ES" sz="1600" dirty="0"/>
              <a:t>los mismos atributos, pero cada entidad tiene su(s) </a:t>
            </a:r>
            <a:r>
              <a:rPr lang="es-ES" sz="1600" i="1" dirty="0"/>
              <a:t>propio (s) valor(es) </a:t>
            </a:r>
            <a:r>
              <a:rPr lang="es-ES" sz="1600" dirty="0"/>
              <a:t>para cada atributo.</a:t>
            </a:r>
            <a:endParaRPr lang="es-MX" sz="1600" dirty="0"/>
          </a:p>
        </p:txBody>
      </p:sp>
      <p:sp>
        <p:nvSpPr>
          <p:cNvPr id="12" name="Flecha: hacia abajo 11">
            <a:extLst>
              <a:ext uri="{FF2B5EF4-FFF2-40B4-BE49-F238E27FC236}">
                <a16:creationId xmlns:a16="http://schemas.microsoft.com/office/drawing/2014/main" id="{CE0CEB61-3F23-4685-84D5-6BB1CEAA3391}"/>
              </a:ext>
            </a:extLst>
          </p:cNvPr>
          <p:cNvSpPr/>
          <p:nvPr/>
        </p:nvSpPr>
        <p:spPr>
          <a:xfrm>
            <a:off x="3860750" y="2560201"/>
            <a:ext cx="685800" cy="8759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3" name="Imagen 12">
            <a:extLst>
              <a:ext uri="{FF2B5EF4-FFF2-40B4-BE49-F238E27FC236}">
                <a16:creationId xmlns:a16="http://schemas.microsoft.com/office/drawing/2014/main" id="{219AAAD1-E7BB-4A46-852D-0C52701A7C3C}"/>
              </a:ext>
            </a:extLst>
          </p:cNvPr>
          <p:cNvPicPr>
            <a:picLocks noChangeAspect="1"/>
          </p:cNvPicPr>
          <p:nvPr/>
        </p:nvPicPr>
        <p:blipFill>
          <a:blip r:embed="rId2"/>
          <a:stretch>
            <a:fillRect/>
          </a:stretch>
        </p:blipFill>
        <p:spPr>
          <a:xfrm>
            <a:off x="6418710" y="2560201"/>
            <a:ext cx="5203261" cy="3178040"/>
          </a:xfrm>
          <a:prstGeom prst="rect">
            <a:avLst/>
          </a:prstGeom>
        </p:spPr>
      </p:pic>
    </p:spTree>
    <p:extLst>
      <p:ext uri="{BB962C8B-B14F-4D97-AF65-F5344CB8AC3E}">
        <p14:creationId xmlns:p14="http://schemas.microsoft.com/office/powerpoint/2010/main" val="820876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ES" dirty="0"/>
              <a:t>Tipos de entidades y conjuntos de entidades</a:t>
            </a:r>
            <a:endParaRPr lang="es-MX" dirty="0"/>
          </a:p>
        </p:txBody>
      </p:sp>
      <p:sp>
        <p:nvSpPr>
          <p:cNvPr id="3" name="Explosión: 8 puntos 2">
            <a:extLst>
              <a:ext uri="{FF2B5EF4-FFF2-40B4-BE49-F238E27FC236}">
                <a16:creationId xmlns:a16="http://schemas.microsoft.com/office/drawing/2014/main" id="{77F347CB-7C40-450C-BAD6-1B3CD1C83EDA}"/>
              </a:ext>
            </a:extLst>
          </p:cNvPr>
          <p:cNvSpPr/>
          <p:nvPr/>
        </p:nvSpPr>
        <p:spPr>
          <a:xfrm>
            <a:off x="57616" y="151052"/>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Tipos de Entidades</a:t>
            </a:r>
          </a:p>
        </p:txBody>
      </p:sp>
      <p:sp>
        <p:nvSpPr>
          <p:cNvPr id="4" name="Elipse 3">
            <a:extLst>
              <a:ext uri="{FF2B5EF4-FFF2-40B4-BE49-F238E27FC236}">
                <a16:creationId xmlns:a16="http://schemas.microsoft.com/office/drawing/2014/main" id="{A5A37A78-80FE-4C4B-BFDE-31DE95A63E1B}"/>
              </a:ext>
            </a:extLst>
          </p:cNvPr>
          <p:cNvSpPr/>
          <p:nvPr/>
        </p:nvSpPr>
        <p:spPr>
          <a:xfrm>
            <a:off x="812750" y="3544911"/>
            <a:ext cx="3733800" cy="25100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dirty="0"/>
              <a:t>Al conjunto de entidades normalmente se hace referencia utilizando el mismo nombre que para el tipo de entidad.</a:t>
            </a:r>
            <a:endParaRPr lang="es-MX" sz="1600" dirty="0"/>
          </a:p>
        </p:txBody>
      </p:sp>
      <p:sp>
        <p:nvSpPr>
          <p:cNvPr id="8" name="Rectángulo: esquinas redondeadas 7">
            <a:extLst>
              <a:ext uri="{FF2B5EF4-FFF2-40B4-BE49-F238E27FC236}">
                <a16:creationId xmlns:a16="http://schemas.microsoft.com/office/drawing/2014/main" id="{8CA8C1A7-2226-4F5A-BD1E-216240BB0358}"/>
              </a:ext>
            </a:extLst>
          </p:cNvPr>
          <p:cNvSpPr/>
          <p:nvPr/>
        </p:nvSpPr>
        <p:spPr>
          <a:xfrm>
            <a:off x="3183866" y="645822"/>
            <a:ext cx="5425146" cy="17925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dirty="0"/>
              <a:t>La colección de todas las entidades de un tipo de entidad en particular de la base de datos en cualquier momento del tiempo se denomina </a:t>
            </a:r>
            <a:r>
              <a:rPr lang="es-MX" dirty="0"/>
              <a:t>conjunto de entidades</a:t>
            </a:r>
            <a:endParaRPr lang="es-MX" sz="1600" dirty="0"/>
          </a:p>
        </p:txBody>
      </p:sp>
      <p:sp>
        <p:nvSpPr>
          <p:cNvPr id="12" name="Flecha: hacia abajo 11">
            <a:extLst>
              <a:ext uri="{FF2B5EF4-FFF2-40B4-BE49-F238E27FC236}">
                <a16:creationId xmlns:a16="http://schemas.microsoft.com/office/drawing/2014/main" id="{CE0CEB61-3F23-4685-84D5-6BB1CEAA3391}"/>
              </a:ext>
            </a:extLst>
          </p:cNvPr>
          <p:cNvSpPr/>
          <p:nvPr/>
        </p:nvSpPr>
        <p:spPr>
          <a:xfrm>
            <a:off x="2840966" y="2553023"/>
            <a:ext cx="685800" cy="8759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3" name="Imagen 12">
            <a:extLst>
              <a:ext uri="{FF2B5EF4-FFF2-40B4-BE49-F238E27FC236}">
                <a16:creationId xmlns:a16="http://schemas.microsoft.com/office/drawing/2014/main" id="{219AAAD1-E7BB-4A46-852D-0C52701A7C3C}"/>
              </a:ext>
            </a:extLst>
          </p:cNvPr>
          <p:cNvPicPr>
            <a:picLocks noChangeAspect="1"/>
          </p:cNvPicPr>
          <p:nvPr/>
        </p:nvPicPr>
        <p:blipFill>
          <a:blip r:embed="rId2"/>
          <a:stretch>
            <a:fillRect/>
          </a:stretch>
        </p:blipFill>
        <p:spPr>
          <a:xfrm>
            <a:off x="7847012" y="2714402"/>
            <a:ext cx="4102477" cy="3178040"/>
          </a:xfrm>
          <a:prstGeom prst="rect">
            <a:avLst/>
          </a:prstGeom>
        </p:spPr>
      </p:pic>
      <p:sp>
        <p:nvSpPr>
          <p:cNvPr id="5" name="Rectángulo: esquina doblada 4">
            <a:extLst>
              <a:ext uri="{FF2B5EF4-FFF2-40B4-BE49-F238E27FC236}">
                <a16:creationId xmlns:a16="http://schemas.microsoft.com/office/drawing/2014/main" id="{D115F48F-D110-4F2D-8467-CF209480BE94}"/>
              </a:ext>
            </a:extLst>
          </p:cNvPr>
          <p:cNvSpPr/>
          <p:nvPr/>
        </p:nvSpPr>
        <p:spPr>
          <a:xfrm>
            <a:off x="5575082" y="2919300"/>
            <a:ext cx="2057400" cy="2973141"/>
          </a:xfrm>
          <a:prstGeom prst="foldedCorner">
            <a:avLst/>
          </a:prstGeom>
        </p:spPr>
        <p:style>
          <a:lnRef idx="1">
            <a:schemeClr val="accent5"/>
          </a:lnRef>
          <a:fillRef idx="3">
            <a:schemeClr val="accent5"/>
          </a:fillRef>
          <a:effectRef idx="2">
            <a:schemeClr val="accent5"/>
          </a:effectRef>
          <a:fontRef idx="minor">
            <a:schemeClr val="lt1"/>
          </a:fontRef>
        </p:style>
        <p:txBody>
          <a:bodyPr rtlCol="0" anchor="ctr"/>
          <a:lstStyle/>
          <a:p>
            <a:r>
              <a:rPr lang="es-ES" dirty="0"/>
              <a:t>Por ejemplo, EMPLEADO se refiere tanto al </a:t>
            </a:r>
            <a:r>
              <a:rPr lang="es-ES" i="1" dirty="0"/>
              <a:t>tipo de entidad </a:t>
            </a:r>
            <a:r>
              <a:rPr lang="es-ES" dirty="0"/>
              <a:t>como al conjunto</a:t>
            </a:r>
          </a:p>
          <a:p>
            <a:r>
              <a:rPr lang="es-ES" dirty="0"/>
              <a:t>actual de </a:t>
            </a:r>
            <a:r>
              <a:rPr lang="es-ES" i="1" dirty="0"/>
              <a:t>todas las entidades de empleado </a:t>
            </a:r>
            <a:r>
              <a:rPr lang="es-ES" dirty="0"/>
              <a:t>de la base de datos.</a:t>
            </a:r>
            <a:endParaRPr lang="es-MX" dirty="0"/>
          </a:p>
        </p:txBody>
      </p:sp>
      <p:sp>
        <p:nvSpPr>
          <p:cNvPr id="10" name="Flecha: hacia abajo 9">
            <a:extLst>
              <a:ext uri="{FF2B5EF4-FFF2-40B4-BE49-F238E27FC236}">
                <a16:creationId xmlns:a16="http://schemas.microsoft.com/office/drawing/2014/main" id="{C3FC2909-0FEB-457C-A8DE-2150C23F8047}"/>
              </a:ext>
            </a:extLst>
          </p:cNvPr>
          <p:cNvSpPr/>
          <p:nvPr/>
        </p:nvSpPr>
        <p:spPr>
          <a:xfrm rot="16200000">
            <a:off x="4767841" y="4171964"/>
            <a:ext cx="685800" cy="8759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8526019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ES" dirty="0"/>
              <a:t>Tipos de entidades y conjuntos de entidades</a:t>
            </a:r>
            <a:endParaRPr lang="es-MX" dirty="0"/>
          </a:p>
        </p:txBody>
      </p:sp>
      <p:sp>
        <p:nvSpPr>
          <p:cNvPr id="3" name="Explosión: 8 puntos 2">
            <a:extLst>
              <a:ext uri="{FF2B5EF4-FFF2-40B4-BE49-F238E27FC236}">
                <a16:creationId xmlns:a16="http://schemas.microsoft.com/office/drawing/2014/main" id="{77F347CB-7C40-450C-BAD6-1B3CD1C83EDA}"/>
              </a:ext>
            </a:extLst>
          </p:cNvPr>
          <p:cNvSpPr/>
          <p:nvPr/>
        </p:nvSpPr>
        <p:spPr>
          <a:xfrm>
            <a:off x="83468" y="562588"/>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ES" dirty="0"/>
              <a:t>Atributos clave de un tipo de entidad</a:t>
            </a:r>
            <a:endParaRPr lang="es-MX" dirty="0"/>
          </a:p>
        </p:txBody>
      </p:sp>
      <p:sp>
        <p:nvSpPr>
          <p:cNvPr id="8" name="Rectángulo: esquinas redondeadas 7">
            <a:extLst>
              <a:ext uri="{FF2B5EF4-FFF2-40B4-BE49-F238E27FC236}">
                <a16:creationId xmlns:a16="http://schemas.microsoft.com/office/drawing/2014/main" id="{8CA8C1A7-2226-4F5A-BD1E-216240BB0358}"/>
              </a:ext>
            </a:extLst>
          </p:cNvPr>
          <p:cNvSpPr/>
          <p:nvPr/>
        </p:nvSpPr>
        <p:spPr>
          <a:xfrm>
            <a:off x="3798913" y="1034876"/>
            <a:ext cx="5425146" cy="11431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Una restricción importante de las entidades de un tipo de entidad es la clave o restricción de unicidad de los atributos.</a:t>
            </a:r>
            <a:endParaRPr lang="es-MX" sz="1600" dirty="0"/>
          </a:p>
        </p:txBody>
      </p:sp>
      <p:sp>
        <p:nvSpPr>
          <p:cNvPr id="7" name="Rectángulo: esquinas redondeadas 6">
            <a:extLst>
              <a:ext uri="{FF2B5EF4-FFF2-40B4-BE49-F238E27FC236}">
                <a16:creationId xmlns:a16="http://schemas.microsoft.com/office/drawing/2014/main" id="{38EC3C75-4391-4507-AB90-97BAAE73F154}"/>
              </a:ext>
            </a:extLst>
          </p:cNvPr>
          <p:cNvSpPr/>
          <p:nvPr/>
        </p:nvSpPr>
        <p:spPr>
          <a:xfrm>
            <a:off x="3808412" y="2696755"/>
            <a:ext cx="5425146"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Un tipo de entidad normalmente tiene un atributo cuyos valores son distintos para cada entidad individual del conjunto de entidades.</a:t>
            </a:r>
            <a:endParaRPr lang="es-MX" dirty="0"/>
          </a:p>
        </p:txBody>
      </p:sp>
      <p:sp>
        <p:nvSpPr>
          <p:cNvPr id="9" name="Rectángulo: esquinas redondeadas 8">
            <a:extLst>
              <a:ext uri="{FF2B5EF4-FFF2-40B4-BE49-F238E27FC236}">
                <a16:creationId xmlns:a16="http://schemas.microsoft.com/office/drawing/2014/main" id="{48D696D9-06D0-43C2-B66B-F2CC063BBFEB}"/>
              </a:ext>
            </a:extLst>
          </p:cNvPr>
          <p:cNvSpPr/>
          <p:nvPr/>
        </p:nvSpPr>
        <p:spPr>
          <a:xfrm>
            <a:off x="3808412" y="4058436"/>
            <a:ext cx="5425146" cy="9906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Dicho atributo se denomina </a:t>
            </a:r>
            <a:r>
              <a:rPr lang="es-ES" dirty="0"/>
              <a:t>atributo clave, y sus valores se pueden utilizar para identificar cada entidad sin lugar a dudas.</a:t>
            </a:r>
            <a:endParaRPr lang="es-MX" dirty="0"/>
          </a:p>
        </p:txBody>
      </p:sp>
    </p:spTree>
    <p:extLst>
      <p:ext uri="{BB962C8B-B14F-4D97-AF65-F5344CB8AC3E}">
        <p14:creationId xmlns:p14="http://schemas.microsoft.com/office/powerpoint/2010/main" val="1553631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ES" dirty="0"/>
              <a:t>Tipos de entidades y conjuntos de entidades</a:t>
            </a:r>
            <a:endParaRPr lang="es-MX" dirty="0"/>
          </a:p>
        </p:txBody>
      </p:sp>
      <p:sp>
        <p:nvSpPr>
          <p:cNvPr id="3" name="Explosión: 8 puntos 2">
            <a:extLst>
              <a:ext uri="{FF2B5EF4-FFF2-40B4-BE49-F238E27FC236}">
                <a16:creationId xmlns:a16="http://schemas.microsoft.com/office/drawing/2014/main" id="{77F347CB-7C40-450C-BAD6-1B3CD1C83EDA}"/>
              </a:ext>
            </a:extLst>
          </p:cNvPr>
          <p:cNvSpPr/>
          <p:nvPr/>
        </p:nvSpPr>
        <p:spPr>
          <a:xfrm>
            <a:off x="-169241" y="-8023"/>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Conjuntos de valores (dominios) de atributos.</a:t>
            </a:r>
          </a:p>
        </p:txBody>
      </p:sp>
      <p:sp>
        <p:nvSpPr>
          <p:cNvPr id="8" name="Rectángulo: esquinas redondeadas 7">
            <a:extLst>
              <a:ext uri="{FF2B5EF4-FFF2-40B4-BE49-F238E27FC236}">
                <a16:creationId xmlns:a16="http://schemas.microsoft.com/office/drawing/2014/main" id="{8CA8C1A7-2226-4F5A-BD1E-216240BB0358}"/>
              </a:ext>
            </a:extLst>
          </p:cNvPr>
          <p:cNvSpPr/>
          <p:nvPr/>
        </p:nvSpPr>
        <p:spPr>
          <a:xfrm>
            <a:off x="2451057" y="606289"/>
            <a:ext cx="5425146" cy="14797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Cada atributo simple de un tipo de entidad está asociado con un conjunto de valor (o dominio de valores), que especifica el conjunto de los valores que se pueden </a:t>
            </a:r>
            <a:r>
              <a:rPr lang="es-MX" dirty="0"/>
              <a:t>asignar a ese atributo por cada entidad individual.</a:t>
            </a:r>
            <a:endParaRPr lang="es-MX" sz="1600" dirty="0"/>
          </a:p>
        </p:txBody>
      </p:sp>
      <p:sp>
        <p:nvSpPr>
          <p:cNvPr id="7" name="Rectángulo: esquinas redondeadas 6">
            <a:extLst>
              <a:ext uri="{FF2B5EF4-FFF2-40B4-BE49-F238E27FC236}">
                <a16:creationId xmlns:a16="http://schemas.microsoft.com/office/drawing/2014/main" id="{38EC3C75-4391-4507-AB90-97BAAE73F154}"/>
              </a:ext>
            </a:extLst>
          </p:cNvPr>
          <p:cNvSpPr/>
          <p:nvPr/>
        </p:nvSpPr>
        <p:spPr>
          <a:xfrm>
            <a:off x="1751012" y="2136560"/>
            <a:ext cx="5425146" cy="16466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Ejemplo: i el rango de edades permitido para </a:t>
            </a:r>
            <a:r>
              <a:rPr lang="es-ES" dirty="0"/>
              <a:t>los empleados está entre 16 y 70, podemos especificar el conjunto de valores del atributo Edad de EMPLEADO como un conjunto de números enteros entre 16 y 70.</a:t>
            </a:r>
            <a:endParaRPr lang="es-MX" dirty="0"/>
          </a:p>
        </p:txBody>
      </p:sp>
      <p:sp>
        <p:nvSpPr>
          <p:cNvPr id="9" name="Rectángulo: esquinas redondeadas 8">
            <a:extLst>
              <a:ext uri="{FF2B5EF4-FFF2-40B4-BE49-F238E27FC236}">
                <a16:creationId xmlns:a16="http://schemas.microsoft.com/office/drawing/2014/main" id="{48D696D9-06D0-43C2-B66B-F2CC063BBFEB}"/>
              </a:ext>
            </a:extLst>
          </p:cNvPr>
          <p:cNvSpPr/>
          <p:nvPr/>
        </p:nvSpPr>
        <p:spPr>
          <a:xfrm>
            <a:off x="361872" y="3865619"/>
            <a:ext cx="5425146" cy="12711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Podemos especificar el conjunto de valores para el atributo Nombre como un conjunto de cadenas de caracteres alfabéticos separados por espacios en blanco, etcétera.</a:t>
            </a:r>
          </a:p>
        </p:txBody>
      </p:sp>
      <p:pic>
        <p:nvPicPr>
          <p:cNvPr id="4" name="Imagen 3">
            <a:extLst>
              <a:ext uri="{FF2B5EF4-FFF2-40B4-BE49-F238E27FC236}">
                <a16:creationId xmlns:a16="http://schemas.microsoft.com/office/drawing/2014/main" id="{92319F35-0689-4954-9439-588B2CCF9AC2}"/>
              </a:ext>
            </a:extLst>
          </p:cNvPr>
          <p:cNvPicPr>
            <a:picLocks noChangeAspect="1"/>
          </p:cNvPicPr>
          <p:nvPr/>
        </p:nvPicPr>
        <p:blipFill>
          <a:blip r:embed="rId2"/>
          <a:stretch>
            <a:fillRect/>
          </a:stretch>
        </p:blipFill>
        <p:spPr>
          <a:xfrm>
            <a:off x="7656512" y="3783206"/>
            <a:ext cx="2780017" cy="2554445"/>
          </a:xfrm>
          <a:prstGeom prst="rect">
            <a:avLst/>
          </a:prstGeom>
        </p:spPr>
      </p:pic>
      <p:sp>
        <p:nvSpPr>
          <p:cNvPr id="5" name="Bocadillo nube: nube 4">
            <a:extLst>
              <a:ext uri="{FF2B5EF4-FFF2-40B4-BE49-F238E27FC236}">
                <a16:creationId xmlns:a16="http://schemas.microsoft.com/office/drawing/2014/main" id="{94031E5E-7E86-44E6-A595-45BCF0E2FEC8}"/>
              </a:ext>
            </a:extLst>
          </p:cNvPr>
          <p:cNvSpPr/>
          <p:nvPr/>
        </p:nvSpPr>
        <p:spPr>
          <a:xfrm>
            <a:off x="7999412" y="518886"/>
            <a:ext cx="3849914" cy="3137383"/>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t>Los conjuntos de valores no se muestran en los diagramas ER; normalmente se</a:t>
            </a:r>
          </a:p>
          <a:p>
            <a:pPr algn="ctr"/>
            <a:r>
              <a:rPr lang="es-ES" sz="1600" dirty="0"/>
              <a:t>especifican mediante los tipos de datos básicos disponibles en la mayoría de los lenguajes de programación</a:t>
            </a:r>
            <a:endParaRPr lang="es-MX" sz="1600" dirty="0"/>
          </a:p>
        </p:txBody>
      </p:sp>
    </p:spTree>
    <p:extLst>
      <p:ext uri="{BB962C8B-B14F-4D97-AF65-F5344CB8AC3E}">
        <p14:creationId xmlns:p14="http://schemas.microsoft.com/office/powerpoint/2010/main" val="935315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379412" y="1219200"/>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Relaciones</a:t>
            </a:r>
          </a:p>
        </p:txBody>
      </p:sp>
      <p:sp>
        <p:nvSpPr>
          <p:cNvPr id="10" name="Rectángulo: esquinas redondeadas 9">
            <a:extLst>
              <a:ext uri="{FF2B5EF4-FFF2-40B4-BE49-F238E27FC236}">
                <a16:creationId xmlns:a16="http://schemas.microsoft.com/office/drawing/2014/main" id="{E5EA81D1-E15C-4111-B7D6-C250F90CE030}"/>
              </a:ext>
            </a:extLst>
          </p:cNvPr>
          <p:cNvSpPr/>
          <p:nvPr/>
        </p:nvSpPr>
        <p:spPr>
          <a:xfrm>
            <a:off x="3617912" y="1066377"/>
            <a:ext cx="3657600" cy="9506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Hay varias </a:t>
            </a:r>
            <a:r>
              <a:rPr lang="es-ES" i="1" dirty="0"/>
              <a:t>relaciones implícitas </a:t>
            </a:r>
            <a:r>
              <a:rPr lang="es-ES" dirty="0"/>
              <a:t>entre los distintos tipos de entidades.</a:t>
            </a:r>
            <a:endParaRPr lang="es-MX" dirty="0"/>
          </a:p>
        </p:txBody>
      </p:sp>
      <p:sp>
        <p:nvSpPr>
          <p:cNvPr id="11" name="Flecha: a la derecha 10">
            <a:extLst>
              <a:ext uri="{FF2B5EF4-FFF2-40B4-BE49-F238E27FC236}">
                <a16:creationId xmlns:a16="http://schemas.microsoft.com/office/drawing/2014/main" id="{805FE7C4-156E-4FC6-9953-7B6E36DEBF03}"/>
              </a:ext>
            </a:extLst>
          </p:cNvPr>
          <p:cNvSpPr/>
          <p:nvPr/>
        </p:nvSpPr>
        <p:spPr>
          <a:xfrm>
            <a:off x="7452286" y="1232384"/>
            <a:ext cx="838200" cy="61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Elipse 11">
            <a:extLst>
              <a:ext uri="{FF2B5EF4-FFF2-40B4-BE49-F238E27FC236}">
                <a16:creationId xmlns:a16="http://schemas.microsoft.com/office/drawing/2014/main" id="{06D99817-AB1C-431E-B333-4C3072203966}"/>
              </a:ext>
            </a:extLst>
          </p:cNvPr>
          <p:cNvSpPr/>
          <p:nvPr/>
        </p:nvSpPr>
        <p:spPr>
          <a:xfrm>
            <a:off x="8293246" y="633818"/>
            <a:ext cx="3352800" cy="1641021"/>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MX" sz="1400" dirty="0"/>
              <a:t>De hecho, en cuanto</a:t>
            </a:r>
          </a:p>
          <a:p>
            <a:pPr algn="ctr"/>
            <a:r>
              <a:rPr lang="es-ES" sz="1400" dirty="0"/>
              <a:t>un atributo de un tipo de entidad se refiere a otro tipo de entidad, decimos que existen algunas relaciones.</a:t>
            </a:r>
            <a:endParaRPr lang="es-MX" sz="1400" dirty="0"/>
          </a:p>
        </p:txBody>
      </p:sp>
      <p:pic>
        <p:nvPicPr>
          <p:cNvPr id="13" name="Imagen 12">
            <a:extLst>
              <a:ext uri="{FF2B5EF4-FFF2-40B4-BE49-F238E27FC236}">
                <a16:creationId xmlns:a16="http://schemas.microsoft.com/office/drawing/2014/main" id="{3E2F7446-37F6-4333-B3C3-4B039175092C}"/>
              </a:ext>
            </a:extLst>
          </p:cNvPr>
          <p:cNvPicPr>
            <a:picLocks noChangeAspect="1"/>
          </p:cNvPicPr>
          <p:nvPr/>
        </p:nvPicPr>
        <p:blipFill>
          <a:blip r:embed="rId2"/>
          <a:stretch>
            <a:fillRect/>
          </a:stretch>
        </p:blipFill>
        <p:spPr>
          <a:xfrm>
            <a:off x="3809022" y="2656536"/>
            <a:ext cx="3476625" cy="1428750"/>
          </a:xfrm>
          <a:prstGeom prst="rect">
            <a:avLst/>
          </a:prstGeom>
        </p:spPr>
      </p:pic>
      <p:sp>
        <p:nvSpPr>
          <p:cNvPr id="15" name="Explosión: 8 puntos 14">
            <a:extLst>
              <a:ext uri="{FF2B5EF4-FFF2-40B4-BE49-F238E27FC236}">
                <a16:creationId xmlns:a16="http://schemas.microsoft.com/office/drawing/2014/main" id="{441A4B35-E851-4EFC-9001-1A4B5B5CF98C}"/>
              </a:ext>
            </a:extLst>
          </p:cNvPr>
          <p:cNvSpPr/>
          <p:nvPr/>
        </p:nvSpPr>
        <p:spPr>
          <a:xfrm>
            <a:off x="8189156" y="1867203"/>
            <a:ext cx="3999669" cy="3483008"/>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a:p>
            <a:pPr algn="ctr"/>
            <a:endParaRPr lang="es-ES" sz="1600" dirty="0"/>
          </a:p>
          <a:p>
            <a:pPr algn="ctr"/>
            <a:r>
              <a:rPr lang="es-ES" sz="1600" dirty="0"/>
              <a:t>Por ejemplo, el atributo Director de DEPARTAMENTO se refiere a un empleado que dirige el departamento</a:t>
            </a:r>
            <a:endParaRPr lang="es-MX" sz="1600" dirty="0"/>
          </a:p>
          <a:p>
            <a:pPr algn="ctr"/>
            <a:endParaRPr lang="es-MX" dirty="0"/>
          </a:p>
        </p:txBody>
      </p:sp>
      <p:sp>
        <p:nvSpPr>
          <p:cNvPr id="16" name="Flecha: a la derecha 15">
            <a:extLst>
              <a:ext uri="{FF2B5EF4-FFF2-40B4-BE49-F238E27FC236}">
                <a16:creationId xmlns:a16="http://schemas.microsoft.com/office/drawing/2014/main" id="{12149572-DFF4-459C-93DA-CC615F349395}"/>
              </a:ext>
            </a:extLst>
          </p:cNvPr>
          <p:cNvSpPr/>
          <p:nvPr/>
        </p:nvSpPr>
        <p:spPr>
          <a:xfrm>
            <a:off x="7350956" y="3299403"/>
            <a:ext cx="838200" cy="61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Diagrama de flujo: proceso alternativo 16">
            <a:extLst>
              <a:ext uri="{FF2B5EF4-FFF2-40B4-BE49-F238E27FC236}">
                <a16:creationId xmlns:a16="http://schemas.microsoft.com/office/drawing/2014/main" id="{ABECEFFE-1AD6-463C-847A-1F4DF439ED74}"/>
              </a:ext>
            </a:extLst>
          </p:cNvPr>
          <p:cNvSpPr/>
          <p:nvPr/>
        </p:nvSpPr>
        <p:spPr>
          <a:xfrm>
            <a:off x="3756159" y="4663800"/>
            <a:ext cx="4101074" cy="1203902"/>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En el </a:t>
            </a:r>
            <a:r>
              <a:rPr lang="es-ES" dirty="0"/>
              <a:t>modelo ER, estas referencias no deben representarse como atributos, sino como </a:t>
            </a:r>
            <a:r>
              <a:rPr lang="es-ES" b="1" dirty="0"/>
              <a:t>relaciones</a:t>
            </a:r>
            <a:endParaRPr lang="es-MX" dirty="0"/>
          </a:p>
        </p:txBody>
      </p:sp>
    </p:spTree>
    <p:extLst>
      <p:ext uri="{BB962C8B-B14F-4D97-AF65-F5344CB8AC3E}">
        <p14:creationId xmlns:p14="http://schemas.microsoft.com/office/powerpoint/2010/main" val="84518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8" y="6096000"/>
            <a:ext cx="11850914"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379412" y="1219200"/>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Tipo de Relación</a:t>
            </a:r>
          </a:p>
        </p:txBody>
      </p:sp>
      <p:sp>
        <p:nvSpPr>
          <p:cNvPr id="10" name="Rectángulo: esquinas redondeadas 9">
            <a:extLst>
              <a:ext uri="{FF2B5EF4-FFF2-40B4-BE49-F238E27FC236}">
                <a16:creationId xmlns:a16="http://schemas.microsoft.com/office/drawing/2014/main" id="{E5EA81D1-E15C-4111-B7D6-C250F90CE030}"/>
              </a:ext>
            </a:extLst>
          </p:cNvPr>
          <p:cNvSpPr/>
          <p:nvPr/>
        </p:nvSpPr>
        <p:spPr>
          <a:xfrm>
            <a:off x="3617912" y="1066376"/>
            <a:ext cx="3733044" cy="13618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cada instancia de relación </a:t>
            </a:r>
            <a:r>
              <a:rPr lang="es-ES" i="1" dirty="0"/>
              <a:t>r¡ </a:t>
            </a:r>
            <a:r>
              <a:rPr lang="es-ES" dirty="0"/>
              <a:t>en </a:t>
            </a:r>
            <a:r>
              <a:rPr lang="es-ES" i="1" dirty="0"/>
              <a:t>R </a:t>
            </a:r>
            <a:r>
              <a:rPr lang="es-ES" dirty="0"/>
              <a:t>es una asociación de entidades, donde la asociación incluye exactamente una entidad de cada tipo de entidad participante</a:t>
            </a:r>
            <a:endParaRPr lang="es-MX" dirty="0"/>
          </a:p>
        </p:txBody>
      </p:sp>
      <p:sp>
        <p:nvSpPr>
          <p:cNvPr id="11" name="Flecha: a la derecha 10">
            <a:extLst>
              <a:ext uri="{FF2B5EF4-FFF2-40B4-BE49-F238E27FC236}">
                <a16:creationId xmlns:a16="http://schemas.microsoft.com/office/drawing/2014/main" id="{805FE7C4-156E-4FC6-9953-7B6E36DEBF03}"/>
              </a:ext>
            </a:extLst>
          </p:cNvPr>
          <p:cNvSpPr/>
          <p:nvPr/>
        </p:nvSpPr>
        <p:spPr>
          <a:xfrm>
            <a:off x="7452286" y="1551214"/>
            <a:ext cx="838200" cy="61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Elipse 11">
            <a:extLst>
              <a:ext uri="{FF2B5EF4-FFF2-40B4-BE49-F238E27FC236}">
                <a16:creationId xmlns:a16="http://schemas.microsoft.com/office/drawing/2014/main" id="{06D99817-AB1C-431E-B333-4C3072203966}"/>
              </a:ext>
            </a:extLst>
          </p:cNvPr>
          <p:cNvSpPr/>
          <p:nvPr/>
        </p:nvSpPr>
        <p:spPr>
          <a:xfrm>
            <a:off x="8290486" y="599437"/>
            <a:ext cx="3733044" cy="2296163"/>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ES" sz="1600" dirty="0"/>
              <a:t>Cada una de dichas instancias de relación r¡ representa el hecho de que las entidades que </a:t>
            </a:r>
            <a:r>
              <a:rPr lang="es-ES" sz="1600" dirty="0" err="1"/>
              <a:t>paticipan</a:t>
            </a:r>
            <a:r>
              <a:rPr lang="es-ES" sz="1600" dirty="0"/>
              <a:t> en r¡ están relacionadas de alguna forma en la situación </a:t>
            </a:r>
            <a:r>
              <a:rPr lang="es-MX" sz="1600" dirty="0"/>
              <a:t>correspondiente del </a:t>
            </a:r>
            <a:r>
              <a:rPr lang="es-MX" sz="1600" dirty="0" err="1"/>
              <a:t>minimundo</a:t>
            </a:r>
            <a:r>
              <a:rPr lang="es-MX" dirty="0"/>
              <a:t>.</a:t>
            </a:r>
            <a:endParaRPr lang="es-MX" sz="1400" dirty="0"/>
          </a:p>
        </p:txBody>
      </p:sp>
      <p:pic>
        <p:nvPicPr>
          <p:cNvPr id="4" name="Imagen 3">
            <a:extLst>
              <a:ext uri="{FF2B5EF4-FFF2-40B4-BE49-F238E27FC236}">
                <a16:creationId xmlns:a16="http://schemas.microsoft.com/office/drawing/2014/main" id="{13DE2D1D-7E18-47DC-8736-3ED55C53DCCF}"/>
              </a:ext>
            </a:extLst>
          </p:cNvPr>
          <p:cNvPicPr>
            <a:picLocks noChangeAspect="1"/>
          </p:cNvPicPr>
          <p:nvPr/>
        </p:nvPicPr>
        <p:blipFill>
          <a:blip r:embed="rId2"/>
          <a:stretch>
            <a:fillRect/>
          </a:stretch>
        </p:blipFill>
        <p:spPr>
          <a:xfrm>
            <a:off x="4265612" y="2904193"/>
            <a:ext cx="5138738" cy="29333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738766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71972" y="277328"/>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ES" b="1" dirty="0"/>
              <a:t>Nombres de rol y relaciones recursivas.</a:t>
            </a:r>
            <a:endParaRPr lang="es-MX" dirty="0"/>
          </a:p>
        </p:txBody>
      </p:sp>
      <p:sp>
        <p:nvSpPr>
          <p:cNvPr id="10" name="Rectángulo: esquinas redondeadas 9">
            <a:extLst>
              <a:ext uri="{FF2B5EF4-FFF2-40B4-BE49-F238E27FC236}">
                <a16:creationId xmlns:a16="http://schemas.microsoft.com/office/drawing/2014/main" id="{E5EA81D1-E15C-4111-B7D6-C250F90CE030}"/>
              </a:ext>
            </a:extLst>
          </p:cNvPr>
          <p:cNvSpPr/>
          <p:nvPr/>
        </p:nvSpPr>
        <p:spPr>
          <a:xfrm>
            <a:off x="3617912" y="1066376"/>
            <a:ext cx="3733044" cy="13618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Cada tipo de entidad que participa en un tipo de relación juega</a:t>
            </a:r>
          </a:p>
          <a:p>
            <a:r>
              <a:rPr lang="es-ES" dirty="0"/>
              <a:t>un papel o rol particular en la relación.</a:t>
            </a:r>
            <a:endParaRPr lang="es-MX" dirty="0"/>
          </a:p>
        </p:txBody>
      </p:sp>
      <p:sp>
        <p:nvSpPr>
          <p:cNvPr id="11" name="Flecha: a la derecha 10">
            <a:extLst>
              <a:ext uri="{FF2B5EF4-FFF2-40B4-BE49-F238E27FC236}">
                <a16:creationId xmlns:a16="http://schemas.microsoft.com/office/drawing/2014/main" id="{805FE7C4-156E-4FC6-9953-7B6E36DEBF03}"/>
              </a:ext>
            </a:extLst>
          </p:cNvPr>
          <p:cNvSpPr/>
          <p:nvPr/>
        </p:nvSpPr>
        <p:spPr>
          <a:xfrm>
            <a:off x="7452286" y="1551214"/>
            <a:ext cx="838200" cy="61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Elipse 11">
            <a:extLst>
              <a:ext uri="{FF2B5EF4-FFF2-40B4-BE49-F238E27FC236}">
                <a16:creationId xmlns:a16="http://schemas.microsoft.com/office/drawing/2014/main" id="{06D99817-AB1C-431E-B333-4C3072203966}"/>
              </a:ext>
            </a:extLst>
          </p:cNvPr>
          <p:cNvSpPr/>
          <p:nvPr/>
        </p:nvSpPr>
        <p:spPr>
          <a:xfrm>
            <a:off x="8189156" y="599437"/>
            <a:ext cx="3834374" cy="2600963"/>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r>
              <a:rPr lang="es-ES" dirty="0"/>
              <a:t>El </a:t>
            </a:r>
            <a:r>
              <a:rPr lang="es-ES" b="1" dirty="0"/>
              <a:t>nombre de rol </a:t>
            </a:r>
            <a:r>
              <a:rPr lang="es-ES" dirty="0"/>
              <a:t>hace referencia al papel que una entidad participante</a:t>
            </a:r>
          </a:p>
          <a:p>
            <a:r>
              <a:rPr lang="es-ES" dirty="0"/>
              <a:t>del tipo de entidad juega en cada instancia de relación, y ayuda a explicar el significado de la relación</a:t>
            </a:r>
            <a:endParaRPr lang="es-MX" sz="1400" dirty="0"/>
          </a:p>
        </p:txBody>
      </p:sp>
      <p:sp>
        <p:nvSpPr>
          <p:cNvPr id="7" name="Rectángulo: esquinas redondeadas 6">
            <a:extLst>
              <a:ext uri="{FF2B5EF4-FFF2-40B4-BE49-F238E27FC236}">
                <a16:creationId xmlns:a16="http://schemas.microsoft.com/office/drawing/2014/main" id="{FE3F053D-3AF7-443A-8C35-25E7F3F86776}"/>
              </a:ext>
            </a:extLst>
          </p:cNvPr>
          <p:cNvSpPr/>
          <p:nvPr/>
        </p:nvSpPr>
        <p:spPr>
          <a:xfrm>
            <a:off x="105703" y="3732632"/>
            <a:ext cx="5943600" cy="16364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dirty="0">
                <a:latin typeface="Times New Roman" panose="02020603050405020304" pitchFamily="18" charset="0"/>
              </a:rPr>
              <a:t>Los nombres de rol no son técnicamente necesarios en los tipos de relación donde todos los tipos de entidad participantes son distintos, puesto que cada nombre de tipo de entidad participante se puede utilizar como </a:t>
            </a:r>
            <a:r>
              <a:rPr lang="es-MX" dirty="0"/>
              <a:t>nombre de rol.</a:t>
            </a:r>
          </a:p>
          <a:p>
            <a:pPr algn="ctr"/>
            <a:endParaRPr lang="es-MX" dirty="0"/>
          </a:p>
        </p:txBody>
      </p:sp>
      <p:sp>
        <p:nvSpPr>
          <p:cNvPr id="8" name="Flecha: curvada hacia abajo 7">
            <a:extLst>
              <a:ext uri="{FF2B5EF4-FFF2-40B4-BE49-F238E27FC236}">
                <a16:creationId xmlns:a16="http://schemas.microsoft.com/office/drawing/2014/main" id="{CDFE6AD8-5A1D-4777-B5E8-7477FA1D458D}"/>
              </a:ext>
            </a:extLst>
          </p:cNvPr>
          <p:cNvSpPr/>
          <p:nvPr/>
        </p:nvSpPr>
        <p:spPr>
          <a:xfrm rot="10169190" flipV="1">
            <a:off x="5024695" y="2880134"/>
            <a:ext cx="3796116" cy="5179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3" name="Rectángulo: esquinas redondeadas 12">
            <a:extLst>
              <a:ext uri="{FF2B5EF4-FFF2-40B4-BE49-F238E27FC236}">
                <a16:creationId xmlns:a16="http://schemas.microsoft.com/office/drawing/2014/main" id="{4952EDA4-E7C8-44D9-B962-E89C6742ACD3}"/>
              </a:ext>
            </a:extLst>
          </p:cNvPr>
          <p:cNvSpPr/>
          <p:nvPr/>
        </p:nvSpPr>
        <p:spPr>
          <a:xfrm>
            <a:off x="6221363" y="3740040"/>
            <a:ext cx="5802167" cy="16364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latin typeface="Times New Roman" panose="02020603050405020304" pitchFamily="18" charset="0"/>
              </a:rPr>
              <a:t>en algunos casos el </a:t>
            </a:r>
            <a:r>
              <a:rPr lang="es-ES" i="1" dirty="0">
                <a:latin typeface="Times New Roman" panose="02020603050405020304" pitchFamily="18" charset="0"/>
              </a:rPr>
              <a:t>mismo </a:t>
            </a:r>
            <a:r>
              <a:rPr lang="es-ES" dirty="0">
                <a:latin typeface="Times New Roman" panose="02020603050405020304" pitchFamily="18" charset="0"/>
              </a:rPr>
              <a:t>tipo de entidad participa más de una vez en un tipo de relación con </a:t>
            </a:r>
            <a:r>
              <a:rPr lang="es-ES" i="1" dirty="0">
                <a:latin typeface="Times New Roman" panose="02020603050405020304" pitchFamily="18" charset="0"/>
              </a:rPr>
              <a:t>diferentes roles. </a:t>
            </a:r>
            <a:r>
              <a:rPr lang="es-ES" dirty="0">
                <a:latin typeface="Times New Roman" panose="02020603050405020304" pitchFamily="18" charset="0"/>
              </a:rPr>
              <a:t>En esos casos, el nombre de rol es esencial para distinguir el significado de cada</a:t>
            </a:r>
            <a:endParaRPr lang="es-MX" dirty="0"/>
          </a:p>
          <a:p>
            <a:pPr algn="ctr"/>
            <a:endParaRPr lang="es-MX" dirty="0"/>
          </a:p>
        </p:txBody>
      </p:sp>
      <p:sp>
        <p:nvSpPr>
          <p:cNvPr id="14" name="Flecha: curvada hacia abajo 13">
            <a:extLst>
              <a:ext uri="{FF2B5EF4-FFF2-40B4-BE49-F238E27FC236}">
                <a16:creationId xmlns:a16="http://schemas.microsoft.com/office/drawing/2014/main" id="{DA281055-6C90-42F6-A072-B9B6BA36B352}"/>
              </a:ext>
            </a:extLst>
          </p:cNvPr>
          <p:cNvSpPr/>
          <p:nvPr/>
        </p:nvSpPr>
        <p:spPr>
          <a:xfrm rot="21397358" flipV="1">
            <a:off x="4822931" y="5437990"/>
            <a:ext cx="2358534" cy="618047"/>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MX">
              <a:solidFill>
                <a:schemeClr val="tx1"/>
              </a:solidFill>
            </a:endParaRPr>
          </a:p>
        </p:txBody>
      </p:sp>
      <p:sp>
        <p:nvSpPr>
          <p:cNvPr id="15" name="Explosión: 8 puntos 14">
            <a:extLst>
              <a:ext uri="{FF2B5EF4-FFF2-40B4-BE49-F238E27FC236}">
                <a16:creationId xmlns:a16="http://schemas.microsoft.com/office/drawing/2014/main" id="{CB82A2F9-0977-4174-986C-79BBD4FA1325}"/>
              </a:ext>
            </a:extLst>
          </p:cNvPr>
          <p:cNvSpPr/>
          <p:nvPr/>
        </p:nvSpPr>
        <p:spPr>
          <a:xfrm>
            <a:off x="9804740" y="4378453"/>
            <a:ext cx="2390850" cy="2403347"/>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ES" b="1" dirty="0"/>
              <a:t>Se les denomina relaciones recursivas.</a:t>
            </a:r>
            <a:endParaRPr lang="es-MX" dirty="0"/>
          </a:p>
        </p:txBody>
      </p:sp>
    </p:spTree>
    <p:extLst>
      <p:ext uri="{BB962C8B-B14F-4D97-AF65-F5344CB8AC3E}">
        <p14:creationId xmlns:p14="http://schemas.microsoft.com/office/powerpoint/2010/main" val="1969681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89581" y="187792"/>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ES" b="1" dirty="0"/>
              <a:t>Restricciones en los tipos de relaciones</a:t>
            </a:r>
            <a:endParaRPr lang="es-MX" dirty="0"/>
          </a:p>
        </p:txBody>
      </p:sp>
      <p:sp>
        <p:nvSpPr>
          <p:cNvPr id="10" name="Rectángulo: esquinas redondeadas 9">
            <a:extLst>
              <a:ext uri="{FF2B5EF4-FFF2-40B4-BE49-F238E27FC236}">
                <a16:creationId xmlns:a16="http://schemas.microsoft.com/office/drawing/2014/main" id="{E5EA81D1-E15C-4111-B7D6-C250F90CE030}"/>
              </a:ext>
            </a:extLst>
          </p:cNvPr>
          <p:cNvSpPr/>
          <p:nvPr/>
        </p:nvSpPr>
        <p:spPr>
          <a:xfrm>
            <a:off x="3732212" y="698306"/>
            <a:ext cx="4380744" cy="1939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600" dirty="0"/>
              <a:t>Los tipos de relaciones normalmente tienen ciertas restricciones que limitan las posibles combinaciones entre las entidades que pueden participar en el conjunto de relaciones correspondiente. Estas restricciones están determinadas por la situación del </a:t>
            </a:r>
            <a:r>
              <a:rPr lang="es-ES" sz="1600" dirty="0" err="1"/>
              <a:t>minimundo</a:t>
            </a:r>
            <a:r>
              <a:rPr lang="es-ES" sz="1600" dirty="0"/>
              <a:t> representado por las relaciones.</a:t>
            </a:r>
            <a:endParaRPr lang="es-MX" sz="1600" dirty="0"/>
          </a:p>
        </p:txBody>
      </p:sp>
      <p:sp>
        <p:nvSpPr>
          <p:cNvPr id="12" name="Elipse 11">
            <a:extLst>
              <a:ext uri="{FF2B5EF4-FFF2-40B4-BE49-F238E27FC236}">
                <a16:creationId xmlns:a16="http://schemas.microsoft.com/office/drawing/2014/main" id="{06D99817-AB1C-431E-B333-4C3072203966}"/>
              </a:ext>
            </a:extLst>
          </p:cNvPr>
          <p:cNvSpPr/>
          <p:nvPr/>
        </p:nvSpPr>
        <p:spPr>
          <a:xfrm>
            <a:off x="8202637" y="698306"/>
            <a:ext cx="3986188" cy="3188957"/>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r>
              <a:rPr lang="es-ES" dirty="0"/>
              <a:t>Por ejemplo, en la Figura si la empresa tiene por norma que cada empleado debe trabajar únicamente para un departamento, entonces</a:t>
            </a:r>
          </a:p>
          <a:p>
            <a:r>
              <a:rPr lang="es-ES" dirty="0"/>
              <a:t>tendríamos que describir esta restricción en el esquema</a:t>
            </a:r>
            <a:endParaRPr lang="es-MX" sz="1400" dirty="0"/>
          </a:p>
        </p:txBody>
      </p:sp>
      <p:pic>
        <p:nvPicPr>
          <p:cNvPr id="4" name="Imagen 3">
            <a:extLst>
              <a:ext uri="{FF2B5EF4-FFF2-40B4-BE49-F238E27FC236}">
                <a16:creationId xmlns:a16="http://schemas.microsoft.com/office/drawing/2014/main" id="{586B83A2-339F-4BE6-A869-1DC921266F1B}"/>
              </a:ext>
            </a:extLst>
          </p:cNvPr>
          <p:cNvPicPr>
            <a:picLocks noChangeAspect="1"/>
          </p:cNvPicPr>
          <p:nvPr/>
        </p:nvPicPr>
        <p:blipFill>
          <a:blip r:embed="rId2"/>
          <a:stretch>
            <a:fillRect/>
          </a:stretch>
        </p:blipFill>
        <p:spPr>
          <a:xfrm>
            <a:off x="6884068" y="3429000"/>
            <a:ext cx="5115176" cy="2302164"/>
          </a:xfrm>
          <a:prstGeom prst="rect">
            <a:avLst/>
          </a:prstGeom>
        </p:spPr>
      </p:pic>
      <p:sp>
        <p:nvSpPr>
          <p:cNvPr id="5" name="Flecha: a la derecha 4">
            <a:extLst>
              <a:ext uri="{FF2B5EF4-FFF2-40B4-BE49-F238E27FC236}">
                <a16:creationId xmlns:a16="http://schemas.microsoft.com/office/drawing/2014/main" id="{EF6388C6-9D04-4823-9F91-248923CD5E82}"/>
              </a:ext>
            </a:extLst>
          </p:cNvPr>
          <p:cNvSpPr/>
          <p:nvPr/>
        </p:nvSpPr>
        <p:spPr>
          <a:xfrm>
            <a:off x="206750" y="3764508"/>
            <a:ext cx="3048000" cy="17934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Tipos Principales de Restricciones</a:t>
            </a:r>
          </a:p>
        </p:txBody>
      </p:sp>
      <p:sp>
        <p:nvSpPr>
          <p:cNvPr id="9" name="Abrir llave 8">
            <a:extLst>
              <a:ext uri="{FF2B5EF4-FFF2-40B4-BE49-F238E27FC236}">
                <a16:creationId xmlns:a16="http://schemas.microsoft.com/office/drawing/2014/main" id="{F42794BD-74F3-4DE8-8862-5C20AD9C2007}"/>
              </a:ext>
            </a:extLst>
          </p:cNvPr>
          <p:cNvSpPr/>
          <p:nvPr/>
        </p:nvSpPr>
        <p:spPr>
          <a:xfrm>
            <a:off x="3396093" y="3510130"/>
            <a:ext cx="381000" cy="2302164"/>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sp>
        <p:nvSpPr>
          <p:cNvPr id="16" name="Rectángulo 15">
            <a:extLst>
              <a:ext uri="{FF2B5EF4-FFF2-40B4-BE49-F238E27FC236}">
                <a16:creationId xmlns:a16="http://schemas.microsoft.com/office/drawing/2014/main" id="{43FB6F92-9C4F-4D6D-93BD-2196B48C4B35}"/>
              </a:ext>
            </a:extLst>
          </p:cNvPr>
          <p:cNvSpPr/>
          <p:nvPr/>
        </p:nvSpPr>
        <p:spPr>
          <a:xfrm>
            <a:off x="3690345" y="3764508"/>
            <a:ext cx="2262158" cy="369332"/>
          </a:xfrm>
          <a:prstGeom prst="rect">
            <a:avLst/>
          </a:prstGeom>
        </p:spPr>
        <p:txBody>
          <a:bodyPr wrap="none">
            <a:spAutoFit/>
          </a:bodyPr>
          <a:lstStyle/>
          <a:p>
            <a:r>
              <a:rPr lang="es-MX" b="1" i="1" dirty="0">
                <a:latin typeface="Times New Roman" panose="02020603050405020304" pitchFamily="18" charset="0"/>
              </a:rPr>
              <a:t>razón de cardinalidad</a:t>
            </a:r>
            <a:endParaRPr lang="es-MX" b="1" dirty="0"/>
          </a:p>
        </p:txBody>
      </p:sp>
      <p:sp>
        <p:nvSpPr>
          <p:cNvPr id="17" name="Rectángulo 16">
            <a:extLst>
              <a:ext uri="{FF2B5EF4-FFF2-40B4-BE49-F238E27FC236}">
                <a16:creationId xmlns:a16="http://schemas.microsoft.com/office/drawing/2014/main" id="{8E6FCFB0-4336-4B7F-8CAE-6302B12DE9E2}"/>
              </a:ext>
            </a:extLst>
          </p:cNvPr>
          <p:cNvSpPr/>
          <p:nvPr/>
        </p:nvSpPr>
        <p:spPr>
          <a:xfrm>
            <a:off x="3774837" y="5008358"/>
            <a:ext cx="1486304" cy="369332"/>
          </a:xfrm>
          <a:prstGeom prst="rect">
            <a:avLst/>
          </a:prstGeom>
        </p:spPr>
        <p:txBody>
          <a:bodyPr wrap="none">
            <a:spAutoFit/>
          </a:bodyPr>
          <a:lstStyle/>
          <a:p>
            <a:r>
              <a:rPr lang="es-MX" b="1" i="1" dirty="0">
                <a:latin typeface="Times New Roman" panose="02020603050405020304" pitchFamily="18" charset="0"/>
              </a:rPr>
              <a:t>participación</a:t>
            </a:r>
            <a:r>
              <a:rPr lang="es-MX" i="1" dirty="0">
                <a:latin typeface="Times New Roman" panose="02020603050405020304" pitchFamily="18" charset="0"/>
              </a:rPr>
              <a:t>.</a:t>
            </a:r>
            <a:endParaRPr lang="es-MX" dirty="0"/>
          </a:p>
        </p:txBody>
      </p:sp>
    </p:spTree>
    <p:extLst>
      <p:ext uri="{BB962C8B-B14F-4D97-AF65-F5344CB8AC3E}">
        <p14:creationId xmlns:p14="http://schemas.microsoft.com/office/powerpoint/2010/main" val="30429262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89581" y="187792"/>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La razón de cardinalidad</a:t>
            </a:r>
          </a:p>
        </p:txBody>
      </p:sp>
      <p:sp>
        <p:nvSpPr>
          <p:cNvPr id="10" name="Rectángulo: esquinas redondeadas 9">
            <a:extLst>
              <a:ext uri="{FF2B5EF4-FFF2-40B4-BE49-F238E27FC236}">
                <a16:creationId xmlns:a16="http://schemas.microsoft.com/office/drawing/2014/main" id="{E5EA81D1-E15C-4111-B7D6-C250F90CE030}"/>
              </a:ext>
            </a:extLst>
          </p:cNvPr>
          <p:cNvSpPr/>
          <p:nvPr/>
        </p:nvSpPr>
        <p:spPr>
          <a:xfrm>
            <a:off x="2442978" y="773482"/>
            <a:ext cx="4380744" cy="1939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La razón de cardinalidad de una relación</a:t>
            </a:r>
          </a:p>
          <a:p>
            <a:r>
              <a:rPr lang="es-ES" dirty="0"/>
              <a:t>binaria especifica el número </a:t>
            </a:r>
            <a:r>
              <a:rPr lang="es-ES" i="1" dirty="0"/>
              <a:t>máximo </a:t>
            </a:r>
            <a:r>
              <a:rPr lang="es-ES" dirty="0"/>
              <a:t>de instancias de relación en las que una entidad puede participar.</a:t>
            </a:r>
            <a:endParaRPr lang="es-MX" sz="1600" dirty="0"/>
          </a:p>
        </p:txBody>
      </p:sp>
      <p:pic>
        <p:nvPicPr>
          <p:cNvPr id="4" name="Imagen 3">
            <a:extLst>
              <a:ext uri="{FF2B5EF4-FFF2-40B4-BE49-F238E27FC236}">
                <a16:creationId xmlns:a16="http://schemas.microsoft.com/office/drawing/2014/main" id="{586B83A2-339F-4BE6-A869-1DC921266F1B}"/>
              </a:ext>
            </a:extLst>
          </p:cNvPr>
          <p:cNvPicPr>
            <a:picLocks noChangeAspect="1"/>
          </p:cNvPicPr>
          <p:nvPr/>
        </p:nvPicPr>
        <p:blipFill>
          <a:blip r:embed="rId2"/>
          <a:stretch>
            <a:fillRect/>
          </a:stretch>
        </p:blipFill>
        <p:spPr>
          <a:xfrm>
            <a:off x="6927685" y="3857276"/>
            <a:ext cx="5115176" cy="2302164"/>
          </a:xfrm>
          <a:prstGeom prst="rect">
            <a:avLst/>
          </a:prstGeom>
        </p:spPr>
      </p:pic>
      <p:sp>
        <p:nvSpPr>
          <p:cNvPr id="5" name="Flecha: a la derecha 4">
            <a:extLst>
              <a:ext uri="{FF2B5EF4-FFF2-40B4-BE49-F238E27FC236}">
                <a16:creationId xmlns:a16="http://schemas.microsoft.com/office/drawing/2014/main" id="{EF6388C6-9D04-4823-9F91-248923CD5E82}"/>
              </a:ext>
            </a:extLst>
          </p:cNvPr>
          <p:cNvSpPr/>
          <p:nvPr/>
        </p:nvSpPr>
        <p:spPr>
          <a:xfrm>
            <a:off x="206750" y="3764508"/>
            <a:ext cx="3048000" cy="21790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Las posibles razones de cardinalidad para los tipos de relación binaria son</a:t>
            </a:r>
            <a:endParaRPr lang="es-MX" dirty="0"/>
          </a:p>
        </p:txBody>
      </p:sp>
      <p:sp>
        <p:nvSpPr>
          <p:cNvPr id="9" name="Abrir llave 8">
            <a:extLst>
              <a:ext uri="{FF2B5EF4-FFF2-40B4-BE49-F238E27FC236}">
                <a16:creationId xmlns:a16="http://schemas.microsoft.com/office/drawing/2014/main" id="{F42794BD-74F3-4DE8-8862-5C20AD9C2007}"/>
              </a:ext>
            </a:extLst>
          </p:cNvPr>
          <p:cNvSpPr/>
          <p:nvPr/>
        </p:nvSpPr>
        <p:spPr>
          <a:xfrm>
            <a:off x="3396093" y="3510130"/>
            <a:ext cx="381000" cy="2302164"/>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sp>
        <p:nvSpPr>
          <p:cNvPr id="16" name="Rectángulo 15">
            <a:extLst>
              <a:ext uri="{FF2B5EF4-FFF2-40B4-BE49-F238E27FC236}">
                <a16:creationId xmlns:a16="http://schemas.microsoft.com/office/drawing/2014/main" id="{43FB6F92-9C4F-4D6D-93BD-2196B48C4B35}"/>
              </a:ext>
            </a:extLst>
          </p:cNvPr>
          <p:cNvSpPr/>
          <p:nvPr/>
        </p:nvSpPr>
        <p:spPr>
          <a:xfrm>
            <a:off x="3724553" y="3488291"/>
            <a:ext cx="797013" cy="584775"/>
          </a:xfrm>
          <a:prstGeom prst="rect">
            <a:avLst/>
          </a:prstGeom>
        </p:spPr>
        <p:txBody>
          <a:bodyPr wrap="none">
            <a:spAutoFit/>
          </a:bodyPr>
          <a:lstStyle/>
          <a:p>
            <a:r>
              <a:rPr lang="es-MX" sz="3200" b="1" dirty="0"/>
              <a:t>1: 1</a:t>
            </a:r>
          </a:p>
        </p:txBody>
      </p:sp>
      <p:sp>
        <p:nvSpPr>
          <p:cNvPr id="17" name="Rectángulo 16">
            <a:extLst>
              <a:ext uri="{FF2B5EF4-FFF2-40B4-BE49-F238E27FC236}">
                <a16:creationId xmlns:a16="http://schemas.microsoft.com/office/drawing/2014/main" id="{8E6FCFB0-4336-4B7F-8CAE-6302B12DE9E2}"/>
              </a:ext>
            </a:extLst>
          </p:cNvPr>
          <p:cNvSpPr/>
          <p:nvPr/>
        </p:nvSpPr>
        <p:spPr>
          <a:xfrm>
            <a:off x="3721348" y="4064386"/>
            <a:ext cx="803425" cy="523220"/>
          </a:xfrm>
          <a:prstGeom prst="rect">
            <a:avLst/>
          </a:prstGeom>
        </p:spPr>
        <p:txBody>
          <a:bodyPr wrap="none">
            <a:spAutoFit/>
          </a:bodyPr>
          <a:lstStyle/>
          <a:p>
            <a:r>
              <a:rPr lang="es-MX" sz="2800" b="1" dirty="0"/>
              <a:t>1 :N</a:t>
            </a:r>
          </a:p>
        </p:txBody>
      </p:sp>
      <p:sp>
        <p:nvSpPr>
          <p:cNvPr id="7" name="Diagrama de flujo: proceso alternativo 6">
            <a:extLst>
              <a:ext uri="{FF2B5EF4-FFF2-40B4-BE49-F238E27FC236}">
                <a16:creationId xmlns:a16="http://schemas.microsoft.com/office/drawing/2014/main" id="{9F045B6F-9664-45E6-8BCE-FB2E7CBADB3B}"/>
              </a:ext>
            </a:extLst>
          </p:cNvPr>
          <p:cNvSpPr/>
          <p:nvPr/>
        </p:nvSpPr>
        <p:spPr>
          <a:xfrm>
            <a:off x="7286418" y="816626"/>
            <a:ext cx="4380743" cy="2947882"/>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Por </a:t>
            </a:r>
            <a:r>
              <a:rPr lang="es-ES" dirty="0"/>
              <a:t>ejemplo, en el tipo de relación binaria TRABAJA_PARA, DEPARTAMENTO:EMPLEADO tiene una razón de cardinalidad de I:N, que significa que cada departamento puede estar relacionado con (es decir, emplea a) cualquier cantidad de empleados,9 pero un empleado puede estar relacionado con (trabajar para) un solo </a:t>
            </a:r>
            <a:r>
              <a:rPr lang="es-MX" dirty="0"/>
              <a:t>departamento</a:t>
            </a:r>
          </a:p>
          <a:p>
            <a:pPr algn="ctr"/>
            <a:endParaRPr lang="es-MX" dirty="0"/>
          </a:p>
        </p:txBody>
      </p:sp>
      <p:sp>
        <p:nvSpPr>
          <p:cNvPr id="8" name="Rectángulo 7">
            <a:extLst>
              <a:ext uri="{FF2B5EF4-FFF2-40B4-BE49-F238E27FC236}">
                <a16:creationId xmlns:a16="http://schemas.microsoft.com/office/drawing/2014/main" id="{01B0825F-35F7-4E7E-9074-B9BCCF4055AC}"/>
              </a:ext>
            </a:extLst>
          </p:cNvPr>
          <p:cNvSpPr/>
          <p:nvPr/>
        </p:nvSpPr>
        <p:spPr>
          <a:xfrm>
            <a:off x="3728119" y="4675547"/>
            <a:ext cx="740908" cy="461665"/>
          </a:xfrm>
          <a:prstGeom prst="rect">
            <a:avLst/>
          </a:prstGeom>
        </p:spPr>
        <p:txBody>
          <a:bodyPr wrap="none">
            <a:spAutoFit/>
          </a:bodyPr>
          <a:lstStyle/>
          <a:p>
            <a:r>
              <a:rPr lang="es-MX" sz="2400" b="1" dirty="0">
                <a:latin typeface="Times New Roman" panose="02020603050405020304" pitchFamily="18" charset="0"/>
              </a:rPr>
              <a:t>N: 1</a:t>
            </a:r>
            <a:endParaRPr lang="es-MX" sz="2400" b="1" dirty="0"/>
          </a:p>
        </p:txBody>
      </p:sp>
      <p:sp>
        <p:nvSpPr>
          <p:cNvPr id="11" name="Rectángulo 10">
            <a:extLst>
              <a:ext uri="{FF2B5EF4-FFF2-40B4-BE49-F238E27FC236}">
                <a16:creationId xmlns:a16="http://schemas.microsoft.com/office/drawing/2014/main" id="{C4E12992-369D-4355-AB4B-8AB730075E58}"/>
              </a:ext>
            </a:extLst>
          </p:cNvPr>
          <p:cNvSpPr/>
          <p:nvPr/>
        </p:nvSpPr>
        <p:spPr>
          <a:xfrm>
            <a:off x="3730596" y="5268200"/>
            <a:ext cx="800219" cy="461665"/>
          </a:xfrm>
          <a:prstGeom prst="rect">
            <a:avLst/>
          </a:prstGeom>
        </p:spPr>
        <p:txBody>
          <a:bodyPr wrap="none">
            <a:spAutoFit/>
          </a:bodyPr>
          <a:lstStyle/>
          <a:p>
            <a:r>
              <a:rPr lang="es-MX" sz="2400" b="1" dirty="0">
                <a:latin typeface="Times New Roman" panose="02020603050405020304" pitchFamily="18" charset="0"/>
              </a:rPr>
              <a:t>M:N</a:t>
            </a:r>
            <a:endParaRPr lang="es-MX" sz="2400" b="1" dirty="0"/>
          </a:p>
        </p:txBody>
      </p:sp>
      <p:sp>
        <p:nvSpPr>
          <p:cNvPr id="13" name="Explosión: 8 puntos 12">
            <a:extLst>
              <a:ext uri="{FF2B5EF4-FFF2-40B4-BE49-F238E27FC236}">
                <a16:creationId xmlns:a16="http://schemas.microsoft.com/office/drawing/2014/main" id="{7FDA6729-09EA-4FE2-9172-7BC2D655F2F9}"/>
              </a:ext>
            </a:extLst>
          </p:cNvPr>
          <p:cNvSpPr/>
          <p:nvPr/>
        </p:nvSpPr>
        <p:spPr>
          <a:xfrm>
            <a:off x="4344151" y="2788414"/>
            <a:ext cx="3531591" cy="3318262"/>
          </a:xfrm>
          <a:prstGeom prst="irregularSeal1">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400" dirty="0"/>
              <a:t>Las razones de cardinalidad de las relaciones binarias se</a:t>
            </a:r>
          </a:p>
          <a:p>
            <a:pPr algn="ctr"/>
            <a:r>
              <a:rPr lang="es-ES" sz="1400" dirty="0"/>
              <a:t>representan en los diagramas ER mediante 1, M y N en los rombos</a:t>
            </a:r>
            <a:endParaRPr lang="es-MX" sz="1400" dirty="0"/>
          </a:p>
        </p:txBody>
      </p:sp>
    </p:spTree>
    <p:extLst>
      <p:ext uri="{BB962C8B-B14F-4D97-AF65-F5344CB8AC3E}">
        <p14:creationId xmlns:p14="http://schemas.microsoft.com/office/powerpoint/2010/main" val="188280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89581" y="187792"/>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La razón de cardinalidad</a:t>
            </a:r>
          </a:p>
        </p:txBody>
      </p:sp>
      <p:pic>
        <p:nvPicPr>
          <p:cNvPr id="12" name="Imagen 11">
            <a:extLst>
              <a:ext uri="{FF2B5EF4-FFF2-40B4-BE49-F238E27FC236}">
                <a16:creationId xmlns:a16="http://schemas.microsoft.com/office/drawing/2014/main" id="{D501451C-F52F-49E7-81D2-D4BBD868108F}"/>
              </a:ext>
            </a:extLst>
          </p:cNvPr>
          <p:cNvPicPr>
            <a:picLocks noChangeAspect="1"/>
          </p:cNvPicPr>
          <p:nvPr/>
        </p:nvPicPr>
        <p:blipFill>
          <a:blip r:embed="rId2"/>
          <a:stretch>
            <a:fillRect/>
          </a:stretch>
        </p:blipFill>
        <p:spPr>
          <a:xfrm>
            <a:off x="3351212" y="838200"/>
            <a:ext cx="4467966" cy="2590800"/>
          </a:xfrm>
          <a:prstGeom prst="rect">
            <a:avLst/>
          </a:prstGeom>
        </p:spPr>
      </p:pic>
      <p:sp>
        <p:nvSpPr>
          <p:cNvPr id="14" name="CuadroTexto 13">
            <a:extLst>
              <a:ext uri="{FF2B5EF4-FFF2-40B4-BE49-F238E27FC236}">
                <a16:creationId xmlns:a16="http://schemas.microsoft.com/office/drawing/2014/main" id="{BEB27AE7-3913-443A-9641-3D6E36636BB5}"/>
              </a:ext>
            </a:extLst>
          </p:cNvPr>
          <p:cNvSpPr txBox="1"/>
          <p:nvPr/>
        </p:nvSpPr>
        <p:spPr>
          <a:xfrm>
            <a:off x="4248771" y="3436712"/>
            <a:ext cx="2672848" cy="369332"/>
          </a:xfrm>
          <a:prstGeom prst="rect">
            <a:avLst/>
          </a:prstGeom>
          <a:noFill/>
        </p:spPr>
        <p:txBody>
          <a:bodyPr wrap="none" rtlCol="0">
            <a:spAutoFit/>
          </a:bodyPr>
          <a:lstStyle/>
          <a:p>
            <a:r>
              <a:rPr lang="es-MX" b="1" dirty="0"/>
              <a:t>Relación 1:1 (Administra)</a:t>
            </a:r>
          </a:p>
        </p:txBody>
      </p:sp>
      <p:pic>
        <p:nvPicPr>
          <p:cNvPr id="15" name="Imagen 14">
            <a:extLst>
              <a:ext uri="{FF2B5EF4-FFF2-40B4-BE49-F238E27FC236}">
                <a16:creationId xmlns:a16="http://schemas.microsoft.com/office/drawing/2014/main" id="{FFD1E36B-519A-4520-91F4-3C2136149CB2}"/>
              </a:ext>
            </a:extLst>
          </p:cNvPr>
          <p:cNvPicPr>
            <a:picLocks noChangeAspect="1"/>
          </p:cNvPicPr>
          <p:nvPr/>
        </p:nvPicPr>
        <p:blipFill>
          <a:blip r:embed="rId3"/>
          <a:stretch>
            <a:fillRect/>
          </a:stretch>
        </p:blipFill>
        <p:spPr>
          <a:xfrm>
            <a:off x="7932809" y="838201"/>
            <a:ext cx="3953544" cy="2590800"/>
          </a:xfrm>
          <a:prstGeom prst="rect">
            <a:avLst/>
          </a:prstGeom>
        </p:spPr>
      </p:pic>
      <p:sp>
        <p:nvSpPr>
          <p:cNvPr id="18" name="CuadroTexto 17">
            <a:extLst>
              <a:ext uri="{FF2B5EF4-FFF2-40B4-BE49-F238E27FC236}">
                <a16:creationId xmlns:a16="http://schemas.microsoft.com/office/drawing/2014/main" id="{E9431AF2-4C09-4401-9C26-744ACA4CB15B}"/>
              </a:ext>
            </a:extLst>
          </p:cNvPr>
          <p:cNvSpPr txBox="1"/>
          <p:nvPr/>
        </p:nvSpPr>
        <p:spPr>
          <a:xfrm>
            <a:off x="8573157" y="3456202"/>
            <a:ext cx="2794739" cy="369332"/>
          </a:xfrm>
          <a:prstGeom prst="rect">
            <a:avLst/>
          </a:prstGeom>
          <a:noFill/>
        </p:spPr>
        <p:txBody>
          <a:bodyPr wrap="none" rtlCol="0">
            <a:spAutoFit/>
          </a:bodyPr>
          <a:lstStyle/>
          <a:p>
            <a:r>
              <a:rPr lang="es-MX" b="1" dirty="0"/>
              <a:t>Relación M:N (</a:t>
            </a:r>
            <a:r>
              <a:rPr lang="es-MX" b="1" dirty="0" err="1"/>
              <a:t>Trabaja_en</a:t>
            </a:r>
            <a:r>
              <a:rPr lang="es-MX" b="1" dirty="0"/>
              <a:t>)</a:t>
            </a:r>
          </a:p>
        </p:txBody>
      </p:sp>
    </p:spTree>
    <p:extLst>
      <p:ext uri="{BB962C8B-B14F-4D97-AF65-F5344CB8AC3E}">
        <p14:creationId xmlns:p14="http://schemas.microsoft.com/office/powerpoint/2010/main" val="25131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0" y="76199"/>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ES" dirty="0"/>
              <a:t>Restricciones de participación y dependencias de existencia</a:t>
            </a:r>
            <a:endParaRPr lang="es-MX" dirty="0"/>
          </a:p>
        </p:txBody>
      </p:sp>
      <p:sp>
        <p:nvSpPr>
          <p:cNvPr id="10" name="Rectángulo: esquinas redondeadas 9">
            <a:extLst>
              <a:ext uri="{FF2B5EF4-FFF2-40B4-BE49-F238E27FC236}">
                <a16:creationId xmlns:a16="http://schemas.microsoft.com/office/drawing/2014/main" id="{E5EA81D1-E15C-4111-B7D6-C250F90CE030}"/>
              </a:ext>
            </a:extLst>
          </p:cNvPr>
          <p:cNvSpPr/>
          <p:nvPr/>
        </p:nvSpPr>
        <p:spPr>
          <a:xfrm>
            <a:off x="2905674" y="773348"/>
            <a:ext cx="4380744" cy="1939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La restricción de participación </a:t>
            </a:r>
            <a:r>
              <a:rPr lang="es-ES" dirty="0"/>
              <a:t>especifica si la existencia de una entidad depende de si está relacionada con otra entidad a través de un tipo </a:t>
            </a:r>
            <a:r>
              <a:rPr lang="es-MX" dirty="0"/>
              <a:t>de relación.</a:t>
            </a:r>
            <a:endParaRPr lang="es-MX" sz="1600" dirty="0"/>
          </a:p>
        </p:txBody>
      </p:sp>
      <p:sp>
        <p:nvSpPr>
          <p:cNvPr id="18" name="Rectángulo: esquinas redondeadas 17">
            <a:extLst>
              <a:ext uri="{FF2B5EF4-FFF2-40B4-BE49-F238E27FC236}">
                <a16:creationId xmlns:a16="http://schemas.microsoft.com/office/drawing/2014/main" id="{5D9A1E17-0508-4CF0-90BF-D4948EA1C5B6}"/>
              </a:ext>
            </a:extLst>
          </p:cNvPr>
          <p:cNvSpPr/>
          <p:nvPr/>
        </p:nvSpPr>
        <p:spPr>
          <a:xfrm>
            <a:off x="7542212" y="758083"/>
            <a:ext cx="4380744" cy="1939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600" dirty="0">
                <a:latin typeface="Times New Roman" panose="02020603050405020304" pitchFamily="18" charset="0"/>
              </a:rPr>
              <a:t>Esta restricción especifica el número </a:t>
            </a:r>
            <a:r>
              <a:rPr lang="es-ES" sz="1400" i="1" dirty="0">
                <a:latin typeface="Times New Roman" panose="02020603050405020304" pitchFamily="18" charset="0"/>
              </a:rPr>
              <a:t>mínimo </a:t>
            </a:r>
            <a:r>
              <a:rPr lang="es-ES" sz="1600" dirty="0">
                <a:latin typeface="Times New Roman" panose="02020603050405020304" pitchFamily="18" charset="0"/>
              </a:rPr>
              <a:t>de instancias de relación en las que puede participar</a:t>
            </a:r>
          </a:p>
          <a:p>
            <a:r>
              <a:rPr lang="es-ES" sz="1600" dirty="0">
                <a:latin typeface="Times New Roman" panose="02020603050405020304" pitchFamily="18" charset="0"/>
              </a:rPr>
              <a:t>cada entidad, y en ocasiones recibe el nombre de restricción de cardinalidad mínima.</a:t>
            </a:r>
            <a:endParaRPr lang="es-MX" sz="1600" dirty="0"/>
          </a:p>
          <a:p>
            <a:endParaRPr lang="es-MX" sz="1600" dirty="0"/>
          </a:p>
        </p:txBody>
      </p:sp>
      <p:sp>
        <p:nvSpPr>
          <p:cNvPr id="19" name="Flecha: a la derecha 18">
            <a:extLst>
              <a:ext uri="{FF2B5EF4-FFF2-40B4-BE49-F238E27FC236}">
                <a16:creationId xmlns:a16="http://schemas.microsoft.com/office/drawing/2014/main" id="{64062552-E0E4-4BEA-AF61-4C92895E440D}"/>
              </a:ext>
            </a:extLst>
          </p:cNvPr>
          <p:cNvSpPr/>
          <p:nvPr/>
        </p:nvSpPr>
        <p:spPr>
          <a:xfrm>
            <a:off x="723106" y="3339401"/>
            <a:ext cx="3048000" cy="21790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Hay dos tipos de</a:t>
            </a:r>
          </a:p>
          <a:p>
            <a:r>
              <a:rPr lang="es-MX" dirty="0"/>
              <a:t>restricciones de participación</a:t>
            </a:r>
          </a:p>
        </p:txBody>
      </p:sp>
      <p:sp>
        <p:nvSpPr>
          <p:cNvPr id="20" name="Abrir llave 19">
            <a:extLst>
              <a:ext uri="{FF2B5EF4-FFF2-40B4-BE49-F238E27FC236}">
                <a16:creationId xmlns:a16="http://schemas.microsoft.com/office/drawing/2014/main" id="{5629CF00-1011-44DA-883A-CE1A8CD22FC1}"/>
              </a:ext>
            </a:extLst>
          </p:cNvPr>
          <p:cNvSpPr/>
          <p:nvPr/>
        </p:nvSpPr>
        <p:spPr>
          <a:xfrm>
            <a:off x="3960812" y="3242327"/>
            <a:ext cx="381000" cy="2302164"/>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sp>
        <p:nvSpPr>
          <p:cNvPr id="21" name="Rectángulo 20">
            <a:extLst>
              <a:ext uri="{FF2B5EF4-FFF2-40B4-BE49-F238E27FC236}">
                <a16:creationId xmlns:a16="http://schemas.microsoft.com/office/drawing/2014/main" id="{3FC2A5B4-E361-4C21-A90C-6AEB05518DA6}"/>
              </a:ext>
            </a:extLst>
          </p:cNvPr>
          <p:cNvSpPr/>
          <p:nvPr/>
        </p:nvSpPr>
        <p:spPr>
          <a:xfrm>
            <a:off x="4341812" y="3421689"/>
            <a:ext cx="1091581" cy="584775"/>
          </a:xfrm>
          <a:prstGeom prst="rect">
            <a:avLst/>
          </a:prstGeom>
        </p:spPr>
        <p:txBody>
          <a:bodyPr wrap="none">
            <a:spAutoFit/>
          </a:bodyPr>
          <a:lstStyle/>
          <a:p>
            <a:r>
              <a:rPr lang="es-MX" sz="3200" b="1" dirty="0"/>
              <a:t>Total</a:t>
            </a:r>
          </a:p>
        </p:txBody>
      </p:sp>
      <p:sp>
        <p:nvSpPr>
          <p:cNvPr id="22" name="Rectángulo 21">
            <a:extLst>
              <a:ext uri="{FF2B5EF4-FFF2-40B4-BE49-F238E27FC236}">
                <a16:creationId xmlns:a16="http://schemas.microsoft.com/office/drawing/2014/main" id="{3A4A184D-2291-4B00-B5C4-2CF270D3D872}"/>
              </a:ext>
            </a:extLst>
          </p:cNvPr>
          <p:cNvSpPr/>
          <p:nvPr/>
        </p:nvSpPr>
        <p:spPr>
          <a:xfrm>
            <a:off x="4289271" y="4546257"/>
            <a:ext cx="1386918" cy="584775"/>
          </a:xfrm>
          <a:prstGeom prst="rect">
            <a:avLst/>
          </a:prstGeom>
        </p:spPr>
        <p:txBody>
          <a:bodyPr wrap="none">
            <a:spAutoFit/>
          </a:bodyPr>
          <a:lstStyle/>
          <a:p>
            <a:r>
              <a:rPr lang="es-MX" sz="3200" b="1" dirty="0"/>
              <a:t>Parcial</a:t>
            </a:r>
          </a:p>
        </p:txBody>
      </p:sp>
    </p:spTree>
    <p:extLst>
      <p:ext uri="{BB962C8B-B14F-4D97-AF65-F5344CB8AC3E}">
        <p14:creationId xmlns:p14="http://schemas.microsoft.com/office/powerpoint/2010/main" val="35950526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59105" y="510216"/>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ES" dirty="0"/>
              <a:t>Participación Total y Parcial</a:t>
            </a:r>
            <a:endParaRPr lang="es-MX" dirty="0"/>
          </a:p>
        </p:txBody>
      </p:sp>
      <p:sp>
        <p:nvSpPr>
          <p:cNvPr id="10" name="Rectángulo: esquinas redondeadas 9">
            <a:extLst>
              <a:ext uri="{FF2B5EF4-FFF2-40B4-BE49-F238E27FC236}">
                <a16:creationId xmlns:a16="http://schemas.microsoft.com/office/drawing/2014/main" id="{E5EA81D1-E15C-4111-B7D6-C250F90CE030}"/>
              </a:ext>
            </a:extLst>
          </p:cNvPr>
          <p:cNvSpPr/>
          <p:nvPr/>
        </p:nvSpPr>
        <p:spPr>
          <a:xfrm>
            <a:off x="6550024" y="778858"/>
            <a:ext cx="4380744" cy="15925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600" dirty="0">
                <a:latin typeface="Times New Roman" panose="02020603050405020304" pitchFamily="18" charset="0"/>
              </a:rPr>
              <a:t>Si una política de la empresa dice que </a:t>
            </a:r>
            <a:r>
              <a:rPr lang="es-ES" sz="1400" i="1" dirty="0">
                <a:latin typeface="Times New Roman" panose="02020603050405020304" pitchFamily="18" charset="0"/>
              </a:rPr>
              <a:t>cada </a:t>
            </a:r>
            <a:r>
              <a:rPr lang="es-ES" sz="1600" dirty="0">
                <a:latin typeface="Times New Roman" panose="02020603050405020304" pitchFamily="18" charset="0"/>
              </a:rPr>
              <a:t>empleado debe trabajar para un departamento, entonces una entidad de empleado sólo puede existir si participa en al menos una instancia de relación </a:t>
            </a:r>
            <a:r>
              <a:rPr lang="es-ES" sz="1200" dirty="0">
                <a:latin typeface="Arial" panose="020B0604020202020204" pitchFamily="34" charset="0"/>
              </a:rPr>
              <a:t>TRABAJA_PARA</a:t>
            </a:r>
            <a:endParaRPr lang="es-MX" sz="1600" dirty="0"/>
          </a:p>
          <a:p>
            <a:endParaRPr lang="es-MX" sz="1600" dirty="0"/>
          </a:p>
        </p:txBody>
      </p:sp>
      <p:sp>
        <p:nvSpPr>
          <p:cNvPr id="18" name="Rectángulo: esquinas redondeadas 17">
            <a:extLst>
              <a:ext uri="{FF2B5EF4-FFF2-40B4-BE49-F238E27FC236}">
                <a16:creationId xmlns:a16="http://schemas.microsoft.com/office/drawing/2014/main" id="{5D9A1E17-0508-4CF0-90BF-D4948EA1C5B6}"/>
              </a:ext>
            </a:extLst>
          </p:cNvPr>
          <p:cNvSpPr/>
          <p:nvPr/>
        </p:nvSpPr>
        <p:spPr>
          <a:xfrm>
            <a:off x="6575399" y="2685911"/>
            <a:ext cx="4380744" cy="18006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MX" sz="1600" dirty="0"/>
              <a:t>De este modo, </a:t>
            </a:r>
            <a:r>
              <a:rPr lang="es-ES" sz="1600" dirty="0"/>
              <a:t>la participación de EMPLEADO en TRABAJA_PARA se denomina participación total, es decir, cada entidad del </a:t>
            </a:r>
            <a:r>
              <a:rPr lang="es-ES" sz="1600" i="1" dirty="0"/>
              <a:t>conjunto total </a:t>
            </a:r>
            <a:r>
              <a:rPr lang="es-ES" sz="1600" dirty="0"/>
              <a:t>de entidades empleado debe estar relacionada con una entidad departamento a través de </a:t>
            </a:r>
            <a:r>
              <a:rPr lang="es-MX" sz="1600" dirty="0"/>
              <a:t>TRABAJA_PARA.</a:t>
            </a:r>
            <a:endParaRPr lang="es-MX" sz="1400" dirty="0"/>
          </a:p>
        </p:txBody>
      </p:sp>
      <p:sp>
        <p:nvSpPr>
          <p:cNvPr id="19" name="Flecha: a la derecha 18">
            <a:extLst>
              <a:ext uri="{FF2B5EF4-FFF2-40B4-BE49-F238E27FC236}">
                <a16:creationId xmlns:a16="http://schemas.microsoft.com/office/drawing/2014/main" id="{64062552-E0E4-4BEA-AF61-4C92895E440D}"/>
              </a:ext>
            </a:extLst>
          </p:cNvPr>
          <p:cNvSpPr/>
          <p:nvPr/>
        </p:nvSpPr>
        <p:spPr>
          <a:xfrm>
            <a:off x="3275012" y="510216"/>
            <a:ext cx="3048000" cy="21790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Participación Total</a:t>
            </a:r>
          </a:p>
        </p:txBody>
      </p:sp>
      <p:sp>
        <p:nvSpPr>
          <p:cNvPr id="4" name="Rectángulo 3">
            <a:extLst>
              <a:ext uri="{FF2B5EF4-FFF2-40B4-BE49-F238E27FC236}">
                <a16:creationId xmlns:a16="http://schemas.microsoft.com/office/drawing/2014/main" id="{30D8F2E9-989A-41B0-BEC2-AB30EC28E06E}"/>
              </a:ext>
            </a:extLst>
          </p:cNvPr>
          <p:cNvSpPr/>
          <p:nvPr/>
        </p:nvSpPr>
        <p:spPr>
          <a:xfrm>
            <a:off x="5865812" y="4964625"/>
            <a:ext cx="6092825" cy="646331"/>
          </a:xfrm>
          <a:prstGeom prst="rect">
            <a:avLst/>
          </a:prstGeom>
        </p:spPr>
        <p:txBody>
          <a:bodyPr>
            <a:spAutoFit/>
          </a:bodyPr>
          <a:lstStyle/>
          <a:p>
            <a:r>
              <a:rPr lang="es-ES" b="1" dirty="0"/>
              <a:t>La participación total también se conoce como dependencia de existencia.</a:t>
            </a:r>
            <a:endParaRPr lang="es-MX" b="1" dirty="0"/>
          </a:p>
        </p:txBody>
      </p:sp>
    </p:spTree>
    <p:extLst>
      <p:ext uri="{BB962C8B-B14F-4D97-AF65-F5344CB8AC3E}">
        <p14:creationId xmlns:p14="http://schemas.microsoft.com/office/powerpoint/2010/main" val="589069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59105" y="510216"/>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ES" dirty="0"/>
              <a:t>Participación Total y Parcial</a:t>
            </a:r>
            <a:endParaRPr lang="es-MX" dirty="0"/>
          </a:p>
        </p:txBody>
      </p:sp>
      <p:sp>
        <p:nvSpPr>
          <p:cNvPr id="10" name="Rectángulo: esquinas redondeadas 9">
            <a:extLst>
              <a:ext uri="{FF2B5EF4-FFF2-40B4-BE49-F238E27FC236}">
                <a16:creationId xmlns:a16="http://schemas.microsoft.com/office/drawing/2014/main" id="{E5EA81D1-E15C-4111-B7D6-C250F90CE030}"/>
              </a:ext>
            </a:extLst>
          </p:cNvPr>
          <p:cNvSpPr/>
          <p:nvPr/>
        </p:nvSpPr>
        <p:spPr>
          <a:xfrm>
            <a:off x="6550024" y="778858"/>
            <a:ext cx="4380744" cy="15925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En la Figura, </a:t>
            </a:r>
            <a:r>
              <a:rPr lang="es-ES" dirty="0"/>
              <a:t>no esperamos que cada empleado dirija un departamento, de modo que la participación de EMPLEADO</a:t>
            </a:r>
          </a:p>
          <a:p>
            <a:r>
              <a:rPr lang="es-ES" dirty="0"/>
              <a:t>en el tipo de relación ADMINISTRA es parcial</a:t>
            </a:r>
            <a:endParaRPr lang="es-MX" sz="1600" dirty="0"/>
          </a:p>
        </p:txBody>
      </p:sp>
      <p:sp>
        <p:nvSpPr>
          <p:cNvPr id="18" name="Rectángulo: esquinas redondeadas 17">
            <a:extLst>
              <a:ext uri="{FF2B5EF4-FFF2-40B4-BE49-F238E27FC236}">
                <a16:creationId xmlns:a16="http://schemas.microsoft.com/office/drawing/2014/main" id="{5D9A1E17-0508-4CF0-90BF-D4948EA1C5B6}"/>
              </a:ext>
            </a:extLst>
          </p:cNvPr>
          <p:cNvSpPr/>
          <p:nvPr/>
        </p:nvSpPr>
        <p:spPr>
          <a:xfrm>
            <a:off x="6575399" y="2685911"/>
            <a:ext cx="4380744" cy="18006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Esto significa que </a:t>
            </a:r>
            <a:r>
              <a:rPr lang="es-MX" i="1" dirty="0"/>
              <a:t>algo </a:t>
            </a:r>
            <a:r>
              <a:rPr lang="es-MX" dirty="0"/>
              <a:t>o </a:t>
            </a:r>
            <a:r>
              <a:rPr lang="es-MX" i="1" dirty="0"/>
              <a:t>parte del conjunto </a:t>
            </a:r>
            <a:r>
              <a:rPr lang="es-MX" dirty="0"/>
              <a:t>de entidades empleado está relacionado con alguna entidad departamento a través de ADMINISTRA, pero no necesariamente</a:t>
            </a:r>
          </a:p>
          <a:p>
            <a:pPr algn="ctr"/>
            <a:r>
              <a:rPr lang="es-MX" dirty="0"/>
              <a:t>con todas.</a:t>
            </a:r>
            <a:endParaRPr lang="es-MX" sz="1400" dirty="0"/>
          </a:p>
        </p:txBody>
      </p:sp>
      <p:sp>
        <p:nvSpPr>
          <p:cNvPr id="19" name="Flecha: a la derecha 18">
            <a:extLst>
              <a:ext uri="{FF2B5EF4-FFF2-40B4-BE49-F238E27FC236}">
                <a16:creationId xmlns:a16="http://schemas.microsoft.com/office/drawing/2014/main" id="{64062552-E0E4-4BEA-AF61-4C92895E440D}"/>
              </a:ext>
            </a:extLst>
          </p:cNvPr>
          <p:cNvSpPr/>
          <p:nvPr/>
        </p:nvSpPr>
        <p:spPr>
          <a:xfrm>
            <a:off x="3275012" y="510216"/>
            <a:ext cx="3048000" cy="21790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Participación Parcial</a:t>
            </a:r>
          </a:p>
        </p:txBody>
      </p:sp>
      <p:pic>
        <p:nvPicPr>
          <p:cNvPr id="9" name="Imagen 8">
            <a:extLst>
              <a:ext uri="{FF2B5EF4-FFF2-40B4-BE49-F238E27FC236}">
                <a16:creationId xmlns:a16="http://schemas.microsoft.com/office/drawing/2014/main" id="{89609B5F-BF6B-4874-AF04-7D88999DCF7A}"/>
              </a:ext>
            </a:extLst>
          </p:cNvPr>
          <p:cNvPicPr>
            <a:picLocks noChangeAspect="1"/>
          </p:cNvPicPr>
          <p:nvPr/>
        </p:nvPicPr>
        <p:blipFill>
          <a:blip r:embed="rId2"/>
          <a:stretch>
            <a:fillRect/>
          </a:stretch>
        </p:blipFill>
        <p:spPr>
          <a:xfrm>
            <a:off x="1397846" y="3262679"/>
            <a:ext cx="4467966" cy="2590800"/>
          </a:xfrm>
          <a:prstGeom prst="rect">
            <a:avLst/>
          </a:prstGeom>
        </p:spPr>
      </p:pic>
    </p:spTree>
    <p:extLst>
      <p:ext uri="{BB962C8B-B14F-4D97-AF65-F5344CB8AC3E}">
        <p14:creationId xmlns:p14="http://schemas.microsoft.com/office/powerpoint/2010/main" val="9446934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59105" y="510216"/>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ES" b="1" dirty="0"/>
              <a:t>Atributos de los tipos de relación</a:t>
            </a:r>
            <a:endParaRPr lang="es-MX" dirty="0"/>
          </a:p>
        </p:txBody>
      </p:sp>
      <p:sp>
        <p:nvSpPr>
          <p:cNvPr id="11" name="Rectángulo: esquinas redondeadas 10">
            <a:extLst>
              <a:ext uri="{FF2B5EF4-FFF2-40B4-BE49-F238E27FC236}">
                <a16:creationId xmlns:a16="http://schemas.microsoft.com/office/drawing/2014/main" id="{0662AD91-89BF-4534-B929-59B717CDCBA8}"/>
              </a:ext>
            </a:extLst>
          </p:cNvPr>
          <p:cNvSpPr/>
          <p:nvPr/>
        </p:nvSpPr>
        <p:spPr>
          <a:xfrm>
            <a:off x="159105" y="3429000"/>
            <a:ext cx="4380744" cy="2500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Los tipos de relación también pueden tener atributos, parecidos a los de los tipos de entidad. Por ejemplo, para</a:t>
            </a:r>
          </a:p>
          <a:p>
            <a:r>
              <a:rPr lang="es-ES" dirty="0"/>
              <a:t>registrar el número de horas por semana que un empleado trabaja en un proyecto en particular, podemos</a:t>
            </a:r>
          </a:p>
          <a:p>
            <a:r>
              <a:rPr lang="es-ES" dirty="0"/>
              <a:t>incluir un atributo Horas para el tipo de relación TRABAJA_EN</a:t>
            </a:r>
            <a:endParaRPr lang="es-MX" sz="1400" dirty="0"/>
          </a:p>
        </p:txBody>
      </p:sp>
      <p:pic>
        <p:nvPicPr>
          <p:cNvPr id="4" name="Imagen 3">
            <a:extLst>
              <a:ext uri="{FF2B5EF4-FFF2-40B4-BE49-F238E27FC236}">
                <a16:creationId xmlns:a16="http://schemas.microsoft.com/office/drawing/2014/main" id="{551283BA-0C6F-4B19-A1AD-8ED59BCFCAEA}"/>
              </a:ext>
            </a:extLst>
          </p:cNvPr>
          <p:cNvPicPr>
            <a:picLocks noChangeAspect="1"/>
          </p:cNvPicPr>
          <p:nvPr/>
        </p:nvPicPr>
        <p:blipFill>
          <a:blip r:embed="rId2"/>
          <a:stretch>
            <a:fillRect/>
          </a:stretch>
        </p:blipFill>
        <p:spPr>
          <a:xfrm>
            <a:off x="4037012" y="1316206"/>
            <a:ext cx="7724775" cy="1876425"/>
          </a:xfrm>
          <a:prstGeom prst="rect">
            <a:avLst/>
          </a:prstGeom>
        </p:spPr>
      </p:pic>
    </p:spTree>
    <p:extLst>
      <p:ext uri="{BB962C8B-B14F-4D97-AF65-F5344CB8AC3E}">
        <p14:creationId xmlns:p14="http://schemas.microsoft.com/office/powerpoint/2010/main" val="8929784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Unidad II. 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59105" y="510216"/>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b="1" dirty="0"/>
              <a:t>Tipos de entidades débiles</a:t>
            </a:r>
            <a:endParaRPr lang="es-MX" dirty="0"/>
          </a:p>
        </p:txBody>
      </p:sp>
      <p:sp>
        <p:nvSpPr>
          <p:cNvPr id="11" name="Rectángulo: esquinas redondeadas 10">
            <a:extLst>
              <a:ext uri="{FF2B5EF4-FFF2-40B4-BE49-F238E27FC236}">
                <a16:creationId xmlns:a16="http://schemas.microsoft.com/office/drawing/2014/main" id="{0662AD91-89BF-4534-B929-59B717CDCBA8}"/>
              </a:ext>
            </a:extLst>
          </p:cNvPr>
          <p:cNvSpPr/>
          <p:nvPr/>
        </p:nvSpPr>
        <p:spPr>
          <a:xfrm>
            <a:off x="159105" y="3429000"/>
            <a:ext cx="4380744" cy="2500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Los tipos de entidad que no tienen atributos clave propios se denominan tipos de entidad débiles. En contraposición, los tipos de entidad regulares que tienen un atributo clave (que incluye todos los ejemplos que hemos explicado hasta ahora) se denominan tipos de entidad fuertes.</a:t>
            </a:r>
            <a:endParaRPr lang="es-MX" sz="1400" dirty="0"/>
          </a:p>
        </p:txBody>
      </p:sp>
      <p:sp>
        <p:nvSpPr>
          <p:cNvPr id="5" name="Rectángulo 4">
            <a:extLst>
              <a:ext uri="{FF2B5EF4-FFF2-40B4-BE49-F238E27FC236}">
                <a16:creationId xmlns:a16="http://schemas.microsoft.com/office/drawing/2014/main" id="{B0685154-1983-409A-A7C1-7649D93E40AC}"/>
              </a:ext>
            </a:extLst>
          </p:cNvPr>
          <p:cNvSpPr/>
          <p:nvPr/>
        </p:nvSpPr>
        <p:spPr>
          <a:xfrm>
            <a:off x="5713412" y="3779179"/>
            <a:ext cx="6092825" cy="369332"/>
          </a:xfrm>
          <a:prstGeom prst="rect">
            <a:avLst/>
          </a:prstGeom>
        </p:spPr>
        <p:txBody>
          <a:bodyPr>
            <a:spAutoFit/>
          </a:bodyPr>
          <a:lstStyle/>
          <a:p>
            <a:endParaRPr lang="es-MX" dirty="0"/>
          </a:p>
        </p:txBody>
      </p:sp>
      <p:sp>
        <p:nvSpPr>
          <p:cNvPr id="8" name="Rectángulo: esquinas redondeadas 7">
            <a:extLst>
              <a:ext uri="{FF2B5EF4-FFF2-40B4-BE49-F238E27FC236}">
                <a16:creationId xmlns:a16="http://schemas.microsoft.com/office/drawing/2014/main" id="{8E9005F0-FF4A-46A7-8B49-1DE18E3B76DC}"/>
              </a:ext>
            </a:extLst>
          </p:cNvPr>
          <p:cNvSpPr/>
          <p:nvPr/>
        </p:nvSpPr>
        <p:spPr>
          <a:xfrm>
            <a:off x="5027612" y="652856"/>
            <a:ext cx="5715000" cy="11056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Las entidades que pertenecen a un tipo de entidad débil se identifican como relacionadas con entidades específicas de otro tipo de entidad en combinación</a:t>
            </a:r>
          </a:p>
          <a:p>
            <a:r>
              <a:rPr lang="es-ES" dirty="0"/>
              <a:t>con uno de sus valores de atributo.</a:t>
            </a:r>
            <a:endParaRPr lang="es-MX" dirty="0"/>
          </a:p>
        </p:txBody>
      </p:sp>
      <p:sp>
        <p:nvSpPr>
          <p:cNvPr id="9" name="Rectángulo: esquinas redondeadas 8">
            <a:extLst>
              <a:ext uri="{FF2B5EF4-FFF2-40B4-BE49-F238E27FC236}">
                <a16:creationId xmlns:a16="http://schemas.microsoft.com/office/drawing/2014/main" id="{10AC7527-3069-40FD-B20D-92B462991901}"/>
              </a:ext>
            </a:extLst>
          </p:cNvPr>
          <p:cNvSpPr/>
          <p:nvPr/>
        </p:nvSpPr>
        <p:spPr>
          <a:xfrm>
            <a:off x="5027612" y="1831689"/>
            <a:ext cx="5715000" cy="13907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Podemos llamar a este otro tipo de entidad tipo de entidad identificado </a:t>
            </a:r>
            <a:r>
              <a:rPr lang="es-MX" dirty="0"/>
              <a:t>o propietario, </a:t>
            </a:r>
            <a:r>
              <a:rPr lang="es-ES" dirty="0"/>
              <a:t>y al tipo de relación que relaciona un tipo de entidad débil con su propietario lo podemos llamar relación identificativa del tipo de entidad débil</a:t>
            </a:r>
            <a:endParaRPr lang="es-MX" dirty="0"/>
          </a:p>
        </p:txBody>
      </p:sp>
      <p:sp>
        <p:nvSpPr>
          <p:cNvPr id="10" name="Rectángulo: esquinas redondeadas 9">
            <a:extLst>
              <a:ext uri="{FF2B5EF4-FFF2-40B4-BE49-F238E27FC236}">
                <a16:creationId xmlns:a16="http://schemas.microsoft.com/office/drawing/2014/main" id="{59AB68BF-E68E-46C2-AB7C-74A5219C2EA5}"/>
              </a:ext>
            </a:extLst>
          </p:cNvPr>
          <p:cNvSpPr/>
          <p:nvPr/>
        </p:nvSpPr>
        <p:spPr>
          <a:xfrm>
            <a:off x="5044781" y="3304043"/>
            <a:ext cx="5715000" cy="12463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Un tipo de entidad débil siempre tiene una </a:t>
            </a:r>
            <a:r>
              <a:rPr lang="es-ES" i="1" dirty="0"/>
              <a:t>restricción de participación total </a:t>
            </a:r>
            <a:r>
              <a:rPr lang="es-ES" dirty="0"/>
              <a:t>(dependencia de existencia) respecto a su relación identificativa, porque una entidad débil no puede identificarse sin una entidad propietaria.</a:t>
            </a:r>
            <a:endParaRPr lang="es-MX" dirty="0"/>
          </a:p>
        </p:txBody>
      </p:sp>
    </p:spTree>
    <p:extLst>
      <p:ext uri="{BB962C8B-B14F-4D97-AF65-F5344CB8AC3E}">
        <p14:creationId xmlns:p14="http://schemas.microsoft.com/office/powerpoint/2010/main" val="3615807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59105" y="510216"/>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b="1" dirty="0"/>
              <a:t>Tipos de entidades débiles</a:t>
            </a:r>
            <a:endParaRPr lang="es-MX" dirty="0"/>
          </a:p>
        </p:txBody>
      </p:sp>
      <p:sp>
        <p:nvSpPr>
          <p:cNvPr id="5" name="Rectángulo 4">
            <a:extLst>
              <a:ext uri="{FF2B5EF4-FFF2-40B4-BE49-F238E27FC236}">
                <a16:creationId xmlns:a16="http://schemas.microsoft.com/office/drawing/2014/main" id="{B0685154-1983-409A-A7C1-7649D93E40AC}"/>
              </a:ext>
            </a:extLst>
          </p:cNvPr>
          <p:cNvSpPr/>
          <p:nvPr/>
        </p:nvSpPr>
        <p:spPr>
          <a:xfrm>
            <a:off x="5713412" y="3779179"/>
            <a:ext cx="6092825" cy="369332"/>
          </a:xfrm>
          <a:prstGeom prst="rect">
            <a:avLst/>
          </a:prstGeom>
        </p:spPr>
        <p:txBody>
          <a:bodyPr>
            <a:spAutoFit/>
          </a:bodyPr>
          <a:lstStyle/>
          <a:p>
            <a:endParaRPr lang="es-MX" dirty="0"/>
          </a:p>
        </p:txBody>
      </p:sp>
      <p:sp>
        <p:nvSpPr>
          <p:cNvPr id="8" name="Rectángulo: esquinas redondeadas 7">
            <a:extLst>
              <a:ext uri="{FF2B5EF4-FFF2-40B4-BE49-F238E27FC236}">
                <a16:creationId xmlns:a16="http://schemas.microsoft.com/office/drawing/2014/main" id="{8E9005F0-FF4A-46A7-8B49-1DE18E3B76DC}"/>
              </a:ext>
            </a:extLst>
          </p:cNvPr>
          <p:cNvSpPr/>
          <p:nvPr/>
        </p:nvSpPr>
        <p:spPr>
          <a:xfrm>
            <a:off x="5027612" y="652856"/>
            <a:ext cx="5715000" cy="16876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t>No obstante, no toda dependencia de existencia</a:t>
            </a:r>
          </a:p>
          <a:p>
            <a:r>
              <a:rPr lang="es-ES" dirty="0"/>
              <a:t>produce un tipo de entidad débil. Por ejemplo, la entidad PERMISO_CONDUCIR no puede existir a menos</a:t>
            </a:r>
          </a:p>
          <a:p>
            <a:r>
              <a:rPr lang="es-ES" dirty="0"/>
              <a:t>que esté relacionada con una entidad PERSONA, aunque tiene su propia clave (</a:t>
            </a:r>
            <a:r>
              <a:rPr lang="es-ES" dirty="0" err="1"/>
              <a:t>NumPermiso</a:t>
            </a:r>
            <a:r>
              <a:rPr lang="es-ES" dirty="0"/>
              <a:t>) y, por tanto, no </a:t>
            </a:r>
            <a:r>
              <a:rPr lang="es-MX" dirty="0"/>
              <a:t>es una entidad débil.</a:t>
            </a:r>
          </a:p>
        </p:txBody>
      </p:sp>
      <p:sp>
        <p:nvSpPr>
          <p:cNvPr id="9" name="Rectángulo: esquinas redondeadas 8">
            <a:extLst>
              <a:ext uri="{FF2B5EF4-FFF2-40B4-BE49-F238E27FC236}">
                <a16:creationId xmlns:a16="http://schemas.microsoft.com/office/drawing/2014/main" id="{10AC7527-3069-40FD-B20D-92B462991901}"/>
              </a:ext>
            </a:extLst>
          </p:cNvPr>
          <p:cNvSpPr/>
          <p:nvPr/>
        </p:nvSpPr>
        <p:spPr>
          <a:xfrm>
            <a:off x="4962719" y="2414544"/>
            <a:ext cx="5715000" cy="13907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Un tipo de entidad débil normalmente tiene una clave parcial, que es el conjunto de atributos que pueden</a:t>
            </a:r>
          </a:p>
          <a:p>
            <a:r>
              <a:rPr lang="es-ES" dirty="0"/>
              <a:t>identificar sin lugar a dudas las entidades débiles que están </a:t>
            </a:r>
            <a:r>
              <a:rPr lang="es-ES" i="1" dirty="0"/>
              <a:t>relacionadas con la misma entidad propietaria</a:t>
            </a:r>
            <a:endParaRPr lang="es-MX" dirty="0"/>
          </a:p>
        </p:txBody>
      </p:sp>
      <p:sp>
        <p:nvSpPr>
          <p:cNvPr id="10" name="Rectángulo: esquinas redondeadas 9">
            <a:extLst>
              <a:ext uri="{FF2B5EF4-FFF2-40B4-BE49-F238E27FC236}">
                <a16:creationId xmlns:a16="http://schemas.microsoft.com/office/drawing/2014/main" id="{59AB68BF-E68E-46C2-AB7C-74A5219C2EA5}"/>
              </a:ext>
            </a:extLst>
          </p:cNvPr>
          <p:cNvSpPr/>
          <p:nvPr/>
        </p:nvSpPr>
        <p:spPr>
          <a:xfrm>
            <a:off x="4962719" y="4482921"/>
            <a:ext cx="5715000" cy="12463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Un tipo de entidad débil siempre tiene una </a:t>
            </a:r>
            <a:r>
              <a:rPr lang="es-ES" i="1" dirty="0"/>
              <a:t>restricción de participación total </a:t>
            </a:r>
            <a:r>
              <a:rPr lang="es-ES" dirty="0"/>
              <a:t>(dependencia de existencia) respecto a su relación identificativa, porque una entidad débil no puede identificarse sin una entidad propietaria.</a:t>
            </a:r>
            <a:endParaRPr lang="es-MX" dirty="0"/>
          </a:p>
        </p:txBody>
      </p:sp>
    </p:spTree>
    <p:extLst>
      <p:ext uri="{BB962C8B-B14F-4D97-AF65-F5344CB8AC3E}">
        <p14:creationId xmlns:p14="http://schemas.microsoft.com/office/powerpoint/2010/main" val="1525357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59105" y="510216"/>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r>
              <a:rPr lang="es-ES" b="1" dirty="0"/>
              <a:t>Asignación correcta de nombre a las</a:t>
            </a:r>
          </a:p>
          <a:p>
            <a:r>
              <a:rPr lang="es-MX" b="1" dirty="0"/>
              <a:t>construcciones del esquema</a:t>
            </a:r>
            <a:endParaRPr lang="es-MX" dirty="0"/>
          </a:p>
        </p:txBody>
      </p:sp>
      <p:sp>
        <p:nvSpPr>
          <p:cNvPr id="5" name="Rectángulo 4">
            <a:extLst>
              <a:ext uri="{FF2B5EF4-FFF2-40B4-BE49-F238E27FC236}">
                <a16:creationId xmlns:a16="http://schemas.microsoft.com/office/drawing/2014/main" id="{B0685154-1983-409A-A7C1-7649D93E40AC}"/>
              </a:ext>
            </a:extLst>
          </p:cNvPr>
          <p:cNvSpPr/>
          <p:nvPr/>
        </p:nvSpPr>
        <p:spPr>
          <a:xfrm>
            <a:off x="5713412" y="3779179"/>
            <a:ext cx="6092825" cy="369332"/>
          </a:xfrm>
          <a:prstGeom prst="rect">
            <a:avLst/>
          </a:prstGeom>
        </p:spPr>
        <p:txBody>
          <a:bodyPr>
            <a:spAutoFit/>
          </a:bodyPr>
          <a:lstStyle/>
          <a:p>
            <a:endParaRPr lang="es-MX" dirty="0"/>
          </a:p>
        </p:txBody>
      </p:sp>
      <p:sp>
        <p:nvSpPr>
          <p:cNvPr id="8" name="Rectángulo: esquinas redondeadas 7">
            <a:extLst>
              <a:ext uri="{FF2B5EF4-FFF2-40B4-BE49-F238E27FC236}">
                <a16:creationId xmlns:a16="http://schemas.microsoft.com/office/drawing/2014/main" id="{8E9005F0-FF4A-46A7-8B49-1DE18E3B76DC}"/>
              </a:ext>
            </a:extLst>
          </p:cNvPr>
          <p:cNvSpPr/>
          <p:nvPr/>
        </p:nvSpPr>
        <p:spPr>
          <a:xfrm>
            <a:off x="5027612" y="652856"/>
            <a:ext cx="5715000" cy="20725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Al diseñar el esquema de una base de datos, la elección de nombre para los tipos de entidad, atributos, tipos</a:t>
            </a:r>
          </a:p>
          <a:p>
            <a:r>
              <a:rPr lang="es-ES" dirty="0"/>
              <a:t>de relaciones y (especialmente) los papeles desempeñados no siempre es directo. Hay que elegir nombres que transmitan, lo mejor posible, los significados de las distintas estructuras del esquema</a:t>
            </a:r>
            <a:endParaRPr lang="es-MX" dirty="0"/>
          </a:p>
        </p:txBody>
      </p:sp>
      <p:sp>
        <p:nvSpPr>
          <p:cNvPr id="7" name="Nube 6">
            <a:extLst>
              <a:ext uri="{FF2B5EF4-FFF2-40B4-BE49-F238E27FC236}">
                <a16:creationId xmlns:a16="http://schemas.microsoft.com/office/drawing/2014/main" id="{22F7FC7D-B82C-45D2-A74D-71D46FD6CDAC}"/>
              </a:ext>
            </a:extLst>
          </p:cNvPr>
          <p:cNvSpPr/>
          <p:nvPr/>
        </p:nvSpPr>
        <p:spPr>
          <a:xfrm>
            <a:off x="668141" y="3587370"/>
            <a:ext cx="2667000" cy="2286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i="1" dirty="0"/>
              <a:t>Nombres </a:t>
            </a:r>
            <a:r>
              <a:rPr lang="es-ES" i="1" dirty="0"/>
              <a:t>en singular </a:t>
            </a:r>
            <a:r>
              <a:rPr lang="es-ES" dirty="0"/>
              <a:t>para los tipos de entidad</a:t>
            </a:r>
            <a:endParaRPr lang="es-MX" dirty="0"/>
          </a:p>
        </p:txBody>
      </p:sp>
      <p:sp>
        <p:nvSpPr>
          <p:cNvPr id="11" name="Nube 10">
            <a:extLst>
              <a:ext uri="{FF2B5EF4-FFF2-40B4-BE49-F238E27FC236}">
                <a16:creationId xmlns:a16="http://schemas.microsoft.com/office/drawing/2014/main" id="{68EE6C7C-C98B-4378-8EE4-2B633624AD39}"/>
              </a:ext>
            </a:extLst>
          </p:cNvPr>
          <p:cNvSpPr/>
          <p:nvPr/>
        </p:nvSpPr>
        <p:spPr>
          <a:xfrm>
            <a:off x="3845850" y="3517140"/>
            <a:ext cx="2987619" cy="242646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Los nombres de los tipos de entidades y de los tipos de relación se escriben en</a:t>
            </a:r>
          </a:p>
          <a:p>
            <a:r>
              <a:rPr lang="es-MX" dirty="0"/>
              <a:t>mayúsculas</a:t>
            </a:r>
          </a:p>
        </p:txBody>
      </p:sp>
      <p:sp>
        <p:nvSpPr>
          <p:cNvPr id="12" name="Nube 11">
            <a:extLst>
              <a:ext uri="{FF2B5EF4-FFF2-40B4-BE49-F238E27FC236}">
                <a16:creationId xmlns:a16="http://schemas.microsoft.com/office/drawing/2014/main" id="{88BD3F87-6D16-4DD9-8E38-1425B6E4D57F}"/>
              </a:ext>
            </a:extLst>
          </p:cNvPr>
          <p:cNvSpPr/>
          <p:nvPr/>
        </p:nvSpPr>
        <p:spPr>
          <a:xfrm>
            <a:off x="7466013" y="3057719"/>
            <a:ext cx="3276599" cy="2784829"/>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Los nombres de los atributos se escriben con la primera letra en mayúscula, y los nombres de los</a:t>
            </a:r>
          </a:p>
          <a:p>
            <a:r>
              <a:rPr lang="es-MX" dirty="0"/>
              <a:t>roles en minúsculas</a:t>
            </a:r>
          </a:p>
        </p:txBody>
      </p:sp>
    </p:spTree>
    <p:extLst>
      <p:ext uri="{BB962C8B-B14F-4D97-AF65-F5344CB8AC3E}">
        <p14:creationId xmlns:p14="http://schemas.microsoft.com/office/powerpoint/2010/main" val="21462551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1"/>
            <a:ext cx="12188825" cy="685800"/>
          </a:xfrm>
        </p:spPr>
        <p:style>
          <a:lnRef idx="0">
            <a:schemeClr val="accent2"/>
          </a:lnRef>
          <a:fillRef idx="3">
            <a:schemeClr val="accent2"/>
          </a:fillRef>
          <a:effectRef idx="3">
            <a:schemeClr val="accent2"/>
          </a:effectRef>
          <a:fontRef idx="minor">
            <a:schemeClr val="lt1"/>
          </a:fontRef>
        </p:style>
        <p:txBody>
          <a:bodyPr>
            <a:normAutofit/>
          </a:bodyPr>
          <a:lstStyle/>
          <a:p>
            <a:r>
              <a:rPr lang="es-MX" dirty="0"/>
              <a:t>Modelo E-R</a:t>
            </a:r>
            <a:endParaRPr lang="es-ES" dirty="0"/>
          </a:p>
        </p:txBody>
      </p:sp>
      <p:sp>
        <p:nvSpPr>
          <p:cNvPr id="6" name="Título 1"/>
          <p:cNvSpPr txBox="1">
            <a:spLocks/>
          </p:cNvSpPr>
          <p:nvPr/>
        </p:nvSpPr>
        <p:spPr>
          <a:xfrm>
            <a:off x="31069" y="27214"/>
            <a:ext cx="12157756" cy="618608"/>
          </a:xfrm>
          <a:prstGeom prst="rect">
            <a:avLst/>
          </a:prstGeom>
          <a:effectLst>
            <a:softEdge rad="63500"/>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fontScale="70000" lnSpcReduction="20000"/>
          </a:bodyPr>
          <a:lstStyle>
            <a:lvl1pPr algn="l" defTabSz="914400" rtl="0" eaLnBrk="1" latinLnBrk="0" hangingPunct="1">
              <a:lnSpc>
                <a:spcPct val="80000"/>
              </a:lnSpc>
              <a:spcBef>
                <a:spcPct val="0"/>
              </a:spcBef>
              <a:buNone/>
              <a:defRPr lang="es-ES"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s-MX" dirty="0"/>
              <a:t>Modelo E-R . </a:t>
            </a:r>
            <a:r>
              <a:rPr lang="es-MX" b="1" dirty="0"/>
              <a:t>Tipos de relaciones, conjuntos de relaciones, roles y restricciones estructurales</a:t>
            </a:r>
            <a:r>
              <a:rPr lang="es-MX" dirty="0"/>
              <a:t> </a:t>
            </a:r>
          </a:p>
        </p:txBody>
      </p:sp>
      <p:sp>
        <p:nvSpPr>
          <p:cNvPr id="3" name="Explosión: 8 puntos 2">
            <a:extLst>
              <a:ext uri="{FF2B5EF4-FFF2-40B4-BE49-F238E27FC236}">
                <a16:creationId xmlns:a16="http://schemas.microsoft.com/office/drawing/2014/main" id="{77F347CB-7C40-450C-BAD6-1B3CD1C83EDA}"/>
              </a:ext>
            </a:extLst>
          </p:cNvPr>
          <p:cNvSpPr/>
          <p:nvPr/>
        </p:nvSpPr>
        <p:spPr>
          <a:xfrm>
            <a:off x="1522412" y="847726"/>
            <a:ext cx="3048000" cy="3352800"/>
          </a:xfrm>
          <a:prstGeom prst="irregularSeal1">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ES" dirty="0"/>
              <a:t>Notación para los diagramas ER.</a:t>
            </a:r>
            <a:endParaRPr lang="es-MX" dirty="0"/>
          </a:p>
        </p:txBody>
      </p:sp>
      <p:sp>
        <p:nvSpPr>
          <p:cNvPr id="5" name="Rectángulo 4">
            <a:extLst>
              <a:ext uri="{FF2B5EF4-FFF2-40B4-BE49-F238E27FC236}">
                <a16:creationId xmlns:a16="http://schemas.microsoft.com/office/drawing/2014/main" id="{B0685154-1983-409A-A7C1-7649D93E40AC}"/>
              </a:ext>
            </a:extLst>
          </p:cNvPr>
          <p:cNvSpPr/>
          <p:nvPr/>
        </p:nvSpPr>
        <p:spPr>
          <a:xfrm>
            <a:off x="5713412" y="3779179"/>
            <a:ext cx="6092825" cy="369332"/>
          </a:xfrm>
          <a:prstGeom prst="rect">
            <a:avLst/>
          </a:prstGeom>
        </p:spPr>
        <p:txBody>
          <a:bodyPr>
            <a:spAutoFit/>
          </a:bodyPr>
          <a:lstStyle/>
          <a:p>
            <a:endParaRPr lang="es-MX" dirty="0"/>
          </a:p>
        </p:txBody>
      </p:sp>
      <p:pic>
        <p:nvPicPr>
          <p:cNvPr id="4" name="Imagen 3">
            <a:extLst>
              <a:ext uri="{FF2B5EF4-FFF2-40B4-BE49-F238E27FC236}">
                <a16:creationId xmlns:a16="http://schemas.microsoft.com/office/drawing/2014/main" id="{3BB6FCF7-866D-4838-840D-64A9F5709395}"/>
              </a:ext>
            </a:extLst>
          </p:cNvPr>
          <p:cNvPicPr>
            <a:picLocks noChangeAspect="1"/>
          </p:cNvPicPr>
          <p:nvPr/>
        </p:nvPicPr>
        <p:blipFill>
          <a:blip r:embed="rId2"/>
          <a:stretch>
            <a:fillRect/>
          </a:stretch>
        </p:blipFill>
        <p:spPr>
          <a:xfrm>
            <a:off x="5616752" y="645822"/>
            <a:ext cx="4162425" cy="52482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32533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Marketing 16x9">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f583bd66513a361a730282b6a794e352">
  <xsd:schema xmlns:xsd="http://www.w3.org/2001/XMLSchema" xmlns:xs="http://www.w3.org/2001/XMLSchema" xmlns:p="http://schemas.microsoft.com/office/2006/metadata/properties" targetNamespace="http://schemas.microsoft.com/office/2006/metadata/properties" ma:root="true" ma:fieldsID="6841151cf538834e171094e4faaf2d7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Este valor indica el número de revisiones o de veces que se ha guardado. La aplicación es la responsable de actualizar este valor después de cada revisión.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DocumentoBibliotecaFormulario</Display>
  <Edit>DocumentoBibliotecaFormulario</Edit>
  <New>DocumentoBibliotecaFormulario</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4BE46A1-2BAD-41F0-9C72-4D13E664C2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EF1C2D1B-4173-4B34-80DA-914653A52F35}">
  <ds:schemaRefs>
    <ds:schemaRef ds:uri="http://schemas.microsoft.com/sharepoint/v3/contenttype/forms"/>
  </ds:schemaRefs>
</ds:datastoreItem>
</file>

<file path=customXml/itemProps3.xml><?xml version="1.0" encoding="utf-8"?>
<ds:datastoreItem xmlns:ds="http://schemas.openxmlformats.org/officeDocument/2006/customXml" ds:itemID="{F0326D36-2E61-4213-B774-7BB30F41C373}">
  <ds:schemaRefs>
    <ds:schemaRef ds:uri="http://purl.org/dc/elements/1.1/"/>
    <ds:schemaRef ds:uri="http://www.w3.org/XML/1998/namespace"/>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purl.org/dc/term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3349</TotalTime>
  <Words>3150</Words>
  <Application>Microsoft Office PowerPoint</Application>
  <PresentationFormat>Personalizado</PresentationFormat>
  <Paragraphs>278</Paragraphs>
  <Slides>35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35</vt:i4>
      </vt:variant>
    </vt:vector>
  </HeadingPairs>
  <TitlesOfParts>
    <vt:vector size="40" baseType="lpstr">
      <vt:lpstr>Arial</vt:lpstr>
      <vt:lpstr>Arial Black</vt:lpstr>
      <vt:lpstr>Corbel</vt:lpstr>
      <vt:lpstr>Times New Roman</vt:lpstr>
      <vt:lpstr>Marketing 16x9</vt:lpstr>
      <vt:lpstr>Presentación de PowerPoint</vt:lpstr>
      <vt:lpstr>Presentación de PowerPoint</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Modelo E-R</vt:lpstr>
      <vt:lpstr>Unidad II. Modelo E-R</vt:lpstr>
      <vt:lpstr>Modelo E-R</vt:lpstr>
      <vt:lpstr>Modelo E-R</vt:lpstr>
      <vt:lpstr>Modelo 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del título</dc:title>
  <dc:creator>Summer</dc:creator>
  <cp:lastModifiedBy>Dell</cp:lastModifiedBy>
  <cp:revision>254</cp:revision>
  <dcterms:created xsi:type="dcterms:W3CDTF">2013-04-05T20:24:53Z</dcterms:created>
  <dcterms:modified xsi:type="dcterms:W3CDTF">2021-01-15T18:00:34Z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ies>
</file>